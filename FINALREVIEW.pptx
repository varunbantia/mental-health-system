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48" r:id="rId1"/>
  </p:sldMasterIdLst>
  <p:notesMasterIdLst>
    <p:notesMasterId r:id="rId13"/>
  </p:notesMasterIdLst>
  <p:sldIdLst>
    <p:sldId id="257" r:id="rId2"/>
    <p:sldId id="260" r:id="rId3"/>
    <p:sldId id="261" r:id="rId4"/>
    <p:sldId id="263" r:id="rId5"/>
    <p:sldId id="264" r:id="rId6"/>
    <p:sldId id="271" r:id="rId7"/>
    <p:sldId id="272" r:id="rId8"/>
    <p:sldId id="273" r:id="rId9"/>
    <p:sldId id="265" r:id="rId10"/>
    <p:sldId id="266" r:id="rId11"/>
    <p:sldId id="270" r:id="rId12"/>
  </p:sldIdLst>
  <p:sldSz cx="12192000" cy="6858000"/>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3CDF5ED6-CE3D-4D03-94EF-051EBF9DF1A3}" v="38" dt="2026-01-11T06:38:48.554"/>
  </p1510:revLst>
</p1510:revInfo>
</file>

<file path=ppt/tableStyles.xml><?xml version="1.0" encoding="utf-8"?>
<a:tblStyleLst xmlns:a="http://schemas.openxmlformats.org/drawingml/2006/main" def="{5C22544A-7EE6-4342-B048-85BDC9FD1C3A}">
  <a:tblStyle styleId="{57690726-49DA-4552-BDEB-330DD8EA8BD9}" styleName="Table_0">
    <a:wholeTbl>
      <a:tcTxStyle b="off" i="off">
        <a:font>
          <a:latin typeface="Bookman Old Style"/>
          <a:ea typeface="Bookman Old Style"/>
          <a:cs typeface="Bookman Old Style"/>
        </a:font>
        <a:schemeClr val="dk1"/>
      </a:tcTxStyle>
      <a:tcStyle>
        <a:tcBdr>
          <a:left>
            <a:ln w="9525" cap="flat" cmpd="sng">
              <a:solidFill>
                <a:srgbClr val="000000">
                  <a:alpha val="0"/>
                </a:srgbClr>
              </a:solidFill>
              <a:prstDash val="solid"/>
              <a:round/>
              <a:headEnd type="none" w="sm" len="sm"/>
              <a:tailEnd type="none" w="sm" len="sm"/>
            </a:ln>
          </a:left>
          <a:right>
            <a:ln w="9525" cap="flat" cmpd="sng">
              <a:solidFill>
                <a:srgbClr val="000000">
                  <a:alpha val="0"/>
                </a:srgbClr>
              </a:solidFill>
              <a:prstDash val="solid"/>
              <a:round/>
              <a:headEnd type="none" w="sm" len="sm"/>
              <a:tailEnd type="none" w="sm" len="sm"/>
            </a:ln>
          </a:right>
          <a:top>
            <a:ln w="9525" cap="flat" cmpd="sng">
              <a:solidFill>
                <a:srgbClr val="000000">
                  <a:alpha val="0"/>
                </a:srgbClr>
              </a:solidFill>
              <a:prstDash val="solid"/>
              <a:round/>
              <a:headEnd type="none" w="sm" len="sm"/>
              <a:tailEnd type="none" w="sm" len="sm"/>
            </a:ln>
          </a:top>
          <a:bottom>
            <a:ln w="9525" cap="flat" cmpd="sng">
              <a:solidFill>
                <a:srgbClr val="000000">
                  <a:alpha val="0"/>
                </a:srgbClr>
              </a:solidFill>
              <a:prstDash val="solid"/>
              <a:round/>
              <a:headEnd type="none" w="sm" len="sm"/>
              <a:tailEnd type="none" w="sm" len="sm"/>
            </a:ln>
          </a:bottom>
          <a:insideH>
            <a:ln w="9525" cap="flat" cmpd="sng">
              <a:solidFill>
                <a:srgbClr val="000000">
                  <a:alpha val="0"/>
                </a:srgbClr>
              </a:solidFill>
              <a:prstDash val="solid"/>
              <a:round/>
              <a:headEnd type="none" w="sm" len="sm"/>
              <a:tailEnd type="none" w="sm" len="sm"/>
            </a:ln>
          </a:insideH>
          <a:insideV>
            <a:ln w="9525" cap="flat" cmpd="sng">
              <a:solidFill>
                <a:srgbClr val="000000">
                  <a:alpha val="0"/>
                </a:srgbClr>
              </a:solidFill>
              <a:prstDash val="solid"/>
              <a:round/>
              <a:headEnd type="none" w="sm" len="sm"/>
              <a:tailEnd type="none" w="sm" len="sm"/>
            </a:ln>
          </a:insideV>
        </a:tcBdr>
        <a:fill>
          <a:solidFill>
            <a:srgbClr val="FFFFFF">
              <a:alpha val="0"/>
            </a:srgbClr>
          </a:solidFill>
        </a:fill>
      </a:tcStyle>
    </a:wholeTbl>
    <a:band1H>
      <a:tcStyle>
        <a:tcBdr/>
      </a:tcStyle>
    </a:band1H>
    <a:band2H>
      <a:tcStyle>
        <a:tcBdr/>
      </a:tcStyle>
    </a:band2H>
    <a:band1V>
      <a:tcStyle>
        <a:tcBdr/>
      </a:tcStyle>
    </a:band1V>
    <a:band2V>
      <a:tcStyle>
        <a:tcBdr/>
      </a:tcStyle>
    </a:band2V>
    <a:lastCol>
      <a:tcStyle>
        <a:tcBdr/>
      </a:tcStyle>
    </a:lastCol>
    <a:firstCol>
      <a:tcStyle>
        <a:tcBdr/>
      </a:tcStyle>
    </a:firstCol>
    <a:lastRow>
      <a:tcStyle>
        <a:tcBdr/>
      </a:tcStyle>
    </a:lastRow>
    <a:seCell>
      <a:tcStyle>
        <a:tcBdr/>
      </a:tcStyle>
    </a:seCell>
    <a:swCell>
      <a:tcStyle>
        <a:tcBdr/>
      </a:tcStyle>
    </a:swCell>
    <a:firstRow>
      <a:tcStyle>
        <a:tcBdr/>
      </a:tcStyle>
    </a:firstRow>
    <a:neCell>
      <a:tcStyle>
        <a:tcBdr/>
      </a:tcStyle>
    </a:neCell>
    <a:nwCell>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84" d="100"/>
          <a:sy n="84" d="100"/>
        </p:scale>
        <p:origin x="629" y="7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notesMaster" Target="notesMasters/notesMaster1.xml"/><Relationship Id="rId18" Type="http://schemas.microsoft.com/office/2015/10/relationships/revisionInfo" Target="revisionInfo.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viewProps" Target="view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1048693" name="Google Shape;3;n"/>
          <p:cNvSpPr>
            <a:spLocks noGrp="1" noRot="1" noChangeAspect="1"/>
          </p:cNvSpPr>
          <p:nvPr>
            <p:ph type="sldImg" idx="2"/>
          </p:nvPr>
        </p:nvSpPr>
        <p:spPr>
          <a:xfrm>
            <a:off x="1143225" y="685800"/>
            <a:ext cx="45723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04869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rtl="0">
              <a:spcBef>
                <a:spcPts val="0"/>
              </a:spcBef>
              <a:spcAft>
                <a:spcPts val="0"/>
              </a:spcAft>
              <a:buSzPts val="1100"/>
              <a:buChar char="●"/>
              <a:defRPr sz="1100"/>
            </a:lvl1pPr>
            <a:lvl2pPr marL="914400" lvl="1" indent="-298450" rtl="0">
              <a:spcBef>
                <a:spcPts val="0"/>
              </a:spcBef>
              <a:spcAft>
                <a:spcPts val="0"/>
              </a:spcAft>
              <a:buSzPts val="1100"/>
              <a:buChar char="○"/>
              <a:defRPr sz="1100"/>
            </a:lvl2pPr>
            <a:lvl3pPr marL="1371600" lvl="2" indent="-298450" rtl="0">
              <a:spcBef>
                <a:spcPts val="0"/>
              </a:spcBef>
              <a:spcAft>
                <a:spcPts val="0"/>
              </a:spcAft>
              <a:buSzPts val="1100"/>
              <a:buChar char="■"/>
              <a:defRPr sz="1100"/>
            </a:lvl3pPr>
            <a:lvl4pPr marL="1828800" lvl="3" indent="-298450" rtl="0">
              <a:spcBef>
                <a:spcPts val="0"/>
              </a:spcBef>
              <a:spcAft>
                <a:spcPts val="0"/>
              </a:spcAft>
              <a:buSzPts val="1100"/>
              <a:buChar char="●"/>
              <a:defRPr sz="1100"/>
            </a:lvl4pPr>
            <a:lvl5pPr marL="2286000" lvl="4" indent="-298450" rtl="0">
              <a:spcBef>
                <a:spcPts val="0"/>
              </a:spcBef>
              <a:spcAft>
                <a:spcPts val="0"/>
              </a:spcAft>
              <a:buSzPts val="1100"/>
              <a:buChar char="○"/>
              <a:defRPr sz="1100"/>
            </a:lvl5pPr>
            <a:lvl6pPr marL="2743200" lvl="5" indent="-298450" rtl="0">
              <a:spcBef>
                <a:spcPts val="0"/>
              </a:spcBef>
              <a:spcAft>
                <a:spcPts val="0"/>
              </a:spcAft>
              <a:buSzPts val="1100"/>
              <a:buChar char="■"/>
              <a:defRPr sz="1100"/>
            </a:lvl6pPr>
            <a:lvl7pPr marL="3200400" lvl="6" indent="-298450" rtl="0">
              <a:spcBef>
                <a:spcPts val="0"/>
              </a:spcBef>
              <a:spcAft>
                <a:spcPts val="0"/>
              </a:spcAft>
              <a:buSzPts val="1100"/>
              <a:buChar char="●"/>
              <a:defRPr sz="1100"/>
            </a:lvl7pPr>
            <a:lvl8pPr marL="3657600" lvl="7" indent="-298450" rtl="0">
              <a:spcBef>
                <a:spcPts val="0"/>
              </a:spcBef>
              <a:spcAft>
                <a:spcPts val="0"/>
              </a:spcAft>
              <a:buSzPts val="1100"/>
              <a:buChar char="○"/>
              <a:defRPr sz="1100"/>
            </a:lvl8pPr>
            <a:lvl9pPr marL="4114800" lvl="8" indent="-298450" rtl="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3"/>
        <p:cNvGrpSpPr/>
        <p:nvPr/>
      </p:nvGrpSpPr>
      <p:grpSpPr>
        <a:xfrm>
          <a:off x="0" y="0"/>
          <a:ext cx="0" cy="0"/>
          <a:chOff x="0" y="0"/>
          <a:chExt cx="0" cy="0"/>
        </a:xfrm>
      </p:grpSpPr>
      <p:sp>
        <p:nvSpPr>
          <p:cNvPr id="1048591" name="Google Shape;84;p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048592" name="Google Shape;85;p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2"/>
        <p:cNvGrpSpPr/>
        <p:nvPr/>
      </p:nvGrpSpPr>
      <p:grpSpPr>
        <a:xfrm>
          <a:off x="0" y="0"/>
          <a:ext cx="0" cy="0"/>
          <a:chOff x="0" y="0"/>
          <a:chExt cx="0" cy="0"/>
        </a:xfrm>
      </p:grpSpPr>
      <p:sp>
        <p:nvSpPr>
          <p:cNvPr id="1048608" name="Google Shape;93;p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048609" name="Google Shape;94;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2"/>
        <p:cNvGrpSpPr/>
        <p:nvPr/>
      </p:nvGrpSpPr>
      <p:grpSpPr>
        <a:xfrm>
          <a:off x="0" y="0"/>
          <a:ext cx="0" cy="0"/>
          <a:chOff x="0" y="0"/>
          <a:chExt cx="0" cy="0"/>
        </a:xfrm>
      </p:grpSpPr>
      <p:sp>
        <p:nvSpPr>
          <p:cNvPr id="1048612" name="Google Shape;93;p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048613" name="Google Shape;94;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0"/>
        <p:cNvGrpSpPr/>
        <p:nvPr/>
      </p:nvGrpSpPr>
      <p:grpSpPr>
        <a:xfrm>
          <a:off x="0" y="0"/>
          <a:ext cx="0" cy="0"/>
          <a:chOff x="0" y="0"/>
          <a:chExt cx="0" cy="0"/>
        </a:xfrm>
      </p:grpSpPr>
      <p:sp>
        <p:nvSpPr>
          <p:cNvPr id="1048620" name="Google Shape;111;p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048621" name="Google Shape;112;p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0"/>
        <p:cNvGrpSpPr/>
        <p:nvPr/>
      </p:nvGrpSpPr>
      <p:grpSpPr>
        <a:xfrm>
          <a:off x="0" y="0"/>
          <a:ext cx="0" cy="0"/>
          <a:chOff x="0" y="0"/>
          <a:chExt cx="0" cy="0"/>
        </a:xfrm>
      </p:grpSpPr>
      <p:sp>
        <p:nvSpPr>
          <p:cNvPr id="1048624" name="Google Shape;111;p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048625" name="Google Shape;112;p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0"/>
        <p:cNvGrpSpPr/>
        <p:nvPr/>
      </p:nvGrpSpPr>
      <p:grpSpPr>
        <a:xfrm>
          <a:off x="0" y="0"/>
          <a:ext cx="0" cy="0"/>
          <a:chOff x="0" y="0"/>
          <a:chExt cx="0" cy="0"/>
        </a:xfrm>
      </p:grpSpPr>
      <p:sp>
        <p:nvSpPr>
          <p:cNvPr id="1048628" name="Google Shape;111;p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048629" name="Google Shape;112;p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0"/>
        <p:cNvGrpSpPr/>
        <p:nvPr/>
      </p:nvGrpSpPr>
      <p:grpSpPr>
        <a:xfrm>
          <a:off x="0" y="0"/>
          <a:ext cx="0" cy="0"/>
          <a:chOff x="0" y="0"/>
          <a:chExt cx="0" cy="0"/>
        </a:xfrm>
      </p:grpSpPr>
      <p:sp>
        <p:nvSpPr>
          <p:cNvPr id="1048634" name="Google Shape;111;p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048635" name="Google Shape;112;p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6"/>
        <p:cNvGrpSpPr/>
        <p:nvPr/>
      </p:nvGrpSpPr>
      <p:grpSpPr>
        <a:xfrm>
          <a:off x="0" y="0"/>
          <a:ext cx="0" cy="0"/>
          <a:chOff x="0" y="0"/>
          <a:chExt cx="0" cy="0"/>
        </a:xfrm>
      </p:grpSpPr>
      <p:sp>
        <p:nvSpPr>
          <p:cNvPr id="1048643" name="Google Shape;147;p1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048644" name="Google Shape;148;p1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13"/>
        <p:cNvGrpSpPr/>
        <p:nvPr/>
      </p:nvGrpSpPr>
      <p:grpSpPr>
        <a:xfrm>
          <a:off x="0" y="0"/>
          <a:ext cx="0" cy="0"/>
          <a:chOff x="0" y="0"/>
          <a:chExt cx="0" cy="0"/>
        </a:xfrm>
      </p:grpSpPr>
      <p:sp>
        <p:nvSpPr>
          <p:cNvPr id="1048581" name="Google Shape;14;p2"/>
          <p:cNvSpPr txBox="1">
            <a:spLocks noGrp="1"/>
          </p:cNvSpPr>
          <p:nvPr>
            <p:ph type="ctrTitle"/>
          </p:nvPr>
        </p:nvSpPr>
        <p:spPr>
          <a:xfrm>
            <a:off x="1050877" y="1322386"/>
            <a:ext cx="10363200" cy="14700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Clr>
                <a:srgbClr val="17365D"/>
              </a:buClr>
              <a:buSzPts val="2800"/>
              <a:buFont typeface="Verdana"/>
              <a:buNone/>
              <a:defRPr>
                <a:solidFill>
                  <a:srgbClr val="17365D"/>
                </a:solidFill>
              </a:defRPr>
            </a:lvl1pPr>
            <a:lvl2pPr lvl="1" rtl="0">
              <a:spcBef>
                <a:spcPts val="0"/>
              </a:spcBef>
              <a:spcAft>
                <a:spcPts val="0"/>
              </a:spcAft>
              <a:buSzPts val="1400"/>
              <a:buNone/>
            </a:lvl2pPr>
            <a:lvl3pPr lvl="2" rtl="0">
              <a:spcBef>
                <a:spcPts val="0"/>
              </a:spcBef>
              <a:spcAft>
                <a:spcPts val="0"/>
              </a:spcAft>
              <a:buSzPts val="1400"/>
              <a:buNone/>
            </a:lvl3pPr>
            <a:lvl4pPr lvl="3" rtl="0">
              <a:spcBef>
                <a:spcPts val="0"/>
              </a:spcBef>
              <a:spcAft>
                <a:spcPts val="0"/>
              </a:spcAft>
              <a:buSzPts val="1400"/>
              <a:buNone/>
            </a:lvl4pPr>
            <a:lvl5pPr lvl="4" rtl="0">
              <a:spcBef>
                <a:spcPts val="0"/>
              </a:spcBef>
              <a:spcAft>
                <a:spcPts val="0"/>
              </a:spcAft>
              <a:buSzPts val="1400"/>
              <a:buNone/>
            </a:lvl5pPr>
            <a:lvl6pPr lvl="5" rtl="0">
              <a:spcBef>
                <a:spcPts val="0"/>
              </a:spcBef>
              <a:spcAft>
                <a:spcPts val="0"/>
              </a:spcAft>
              <a:buSzPts val="1400"/>
              <a:buNone/>
            </a:lvl6pPr>
            <a:lvl7pPr lvl="6" rtl="0">
              <a:spcBef>
                <a:spcPts val="0"/>
              </a:spcBef>
              <a:spcAft>
                <a:spcPts val="0"/>
              </a:spcAft>
              <a:buSzPts val="1400"/>
              <a:buNone/>
            </a:lvl7pPr>
            <a:lvl8pPr lvl="7" rtl="0">
              <a:spcBef>
                <a:spcPts val="0"/>
              </a:spcBef>
              <a:spcAft>
                <a:spcPts val="0"/>
              </a:spcAft>
              <a:buSzPts val="1400"/>
              <a:buNone/>
            </a:lvl8pPr>
            <a:lvl9pPr lvl="8" rtl="0">
              <a:spcBef>
                <a:spcPts val="0"/>
              </a:spcBef>
              <a:spcAft>
                <a:spcPts val="0"/>
              </a:spcAft>
              <a:buSzPts val="1400"/>
              <a:buNone/>
            </a:lvl9pPr>
          </a:lstStyle>
          <a:p>
            <a:endParaRPr/>
          </a:p>
        </p:txBody>
      </p:sp>
      <p:sp>
        <p:nvSpPr>
          <p:cNvPr id="1048582" name="Google Shape;15;p2"/>
          <p:cNvSpPr txBox="1">
            <a:spLocks noGrp="1"/>
          </p:cNvSpPr>
          <p:nvPr>
            <p:ph type="subTitle" idx="1"/>
          </p:nvPr>
        </p:nvSpPr>
        <p:spPr>
          <a:xfrm>
            <a:off x="2032000" y="3326641"/>
            <a:ext cx="8534400" cy="1752600"/>
          </a:xfrm>
          <a:prstGeom prst="rect">
            <a:avLst/>
          </a:prstGeom>
          <a:noFill/>
          <a:ln>
            <a:noFill/>
          </a:ln>
        </p:spPr>
        <p:txBody>
          <a:bodyPr spcFirstLastPara="1" wrap="square" lIns="91425" tIns="45700" rIns="91425" bIns="45700" anchor="t" anchorCtr="0">
            <a:normAutofit/>
          </a:bodyPr>
          <a:lstStyle>
            <a:lvl1pPr lvl="0" algn="ctr" rtl="0">
              <a:spcBef>
                <a:spcPts val="400"/>
              </a:spcBef>
              <a:spcAft>
                <a:spcPts val="0"/>
              </a:spcAft>
              <a:buClr>
                <a:srgbClr val="17365D"/>
              </a:buClr>
              <a:buSzPts val="2000"/>
              <a:buNone/>
              <a:defRPr sz="2000" b="1">
                <a:solidFill>
                  <a:srgbClr val="17365D"/>
                </a:solidFill>
              </a:defRPr>
            </a:lvl1pPr>
            <a:lvl2pPr lvl="1" algn="ctr" rtl="0">
              <a:spcBef>
                <a:spcPts val="400"/>
              </a:spcBef>
              <a:spcAft>
                <a:spcPts val="0"/>
              </a:spcAft>
              <a:buClr>
                <a:srgbClr val="888888"/>
              </a:buClr>
              <a:buSzPts val="2000"/>
              <a:buNone/>
              <a:defRPr>
                <a:solidFill>
                  <a:srgbClr val="888888"/>
                </a:solidFill>
              </a:defRPr>
            </a:lvl2pPr>
            <a:lvl3pPr lvl="2" algn="ctr" rtl="0">
              <a:spcBef>
                <a:spcPts val="360"/>
              </a:spcBef>
              <a:spcAft>
                <a:spcPts val="0"/>
              </a:spcAft>
              <a:buClr>
                <a:srgbClr val="888888"/>
              </a:buClr>
              <a:buSzPts val="1800"/>
              <a:buNone/>
              <a:defRPr>
                <a:solidFill>
                  <a:srgbClr val="888888"/>
                </a:solidFill>
              </a:defRPr>
            </a:lvl3pPr>
            <a:lvl4pPr lvl="3" algn="ctr" rtl="0">
              <a:spcBef>
                <a:spcPts val="320"/>
              </a:spcBef>
              <a:spcAft>
                <a:spcPts val="0"/>
              </a:spcAft>
              <a:buClr>
                <a:srgbClr val="888888"/>
              </a:buClr>
              <a:buSzPts val="1600"/>
              <a:buNone/>
              <a:defRPr>
                <a:solidFill>
                  <a:srgbClr val="888888"/>
                </a:solidFill>
              </a:defRPr>
            </a:lvl4pPr>
            <a:lvl5pPr lvl="4" algn="ctr" rtl="0">
              <a:spcBef>
                <a:spcPts val="320"/>
              </a:spcBef>
              <a:spcAft>
                <a:spcPts val="0"/>
              </a:spcAft>
              <a:buClr>
                <a:srgbClr val="888888"/>
              </a:buClr>
              <a:buSzPts val="1600"/>
              <a:buNone/>
              <a:defRPr>
                <a:solidFill>
                  <a:srgbClr val="888888"/>
                </a:solidFill>
              </a:defRPr>
            </a:lvl5pPr>
            <a:lvl6pPr lvl="5" algn="ctr" rtl="0">
              <a:spcBef>
                <a:spcPts val="400"/>
              </a:spcBef>
              <a:spcAft>
                <a:spcPts val="0"/>
              </a:spcAft>
              <a:buClr>
                <a:srgbClr val="888888"/>
              </a:buClr>
              <a:buSzPts val="2000"/>
              <a:buNone/>
              <a:defRPr>
                <a:solidFill>
                  <a:srgbClr val="888888"/>
                </a:solidFill>
              </a:defRPr>
            </a:lvl6pPr>
            <a:lvl7pPr lvl="6" algn="ctr" rtl="0">
              <a:spcBef>
                <a:spcPts val="400"/>
              </a:spcBef>
              <a:spcAft>
                <a:spcPts val="0"/>
              </a:spcAft>
              <a:buClr>
                <a:srgbClr val="888888"/>
              </a:buClr>
              <a:buSzPts val="2000"/>
              <a:buNone/>
              <a:defRPr>
                <a:solidFill>
                  <a:srgbClr val="888888"/>
                </a:solidFill>
              </a:defRPr>
            </a:lvl7pPr>
            <a:lvl8pPr lvl="7" algn="ctr" rtl="0">
              <a:spcBef>
                <a:spcPts val="400"/>
              </a:spcBef>
              <a:spcAft>
                <a:spcPts val="0"/>
              </a:spcAft>
              <a:buClr>
                <a:srgbClr val="888888"/>
              </a:buClr>
              <a:buSzPts val="2000"/>
              <a:buNone/>
              <a:defRPr>
                <a:solidFill>
                  <a:srgbClr val="888888"/>
                </a:solidFill>
              </a:defRPr>
            </a:lvl8pPr>
            <a:lvl9pPr lvl="8" algn="ctr" rtl="0">
              <a:spcBef>
                <a:spcPts val="400"/>
              </a:spcBef>
              <a:spcAft>
                <a:spcPts val="0"/>
              </a:spcAft>
              <a:buClr>
                <a:srgbClr val="888888"/>
              </a:buClr>
              <a:buSzPts val="2000"/>
              <a:buNone/>
              <a:defRPr>
                <a:solidFill>
                  <a:srgbClr val="888888"/>
                </a:solidFill>
              </a:defRPr>
            </a:lvl9pPr>
          </a:lstStyle>
          <a:p>
            <a:endParaRPr/>
          </a:p>
        </p:txBody>
      </p:sp>
      <p:sp>
        <p:nvSpPr>
          <p:cNvPr id="1048583" name="Google Shape;16;p2"/>
          <p:cNvSpPr txBox="1">
            <a:spLocks noGrp="1"/>
          </p:cNvSpPr>
          <p:nvPr>
            <p:ph type="dt" idx="10"/>
          </p:nvPr>
        </p:nvSpPr>
        <p:spPr>
          <a:xfrm>
            <a:off x="609600" y="6356353"/>
            <a:ext cx="28449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lvl1pPr>
            <a:lvl2pPr lvl="1" algn="l" rtl="0">
              <a:spcBef>
                <a:spcPts val="0"/>
              </a:spcBef>
              <a:spcAft>
                <a:spcPts val="0"/>
              </a:spcAft>
              <a:buSzPts val="1400"/>
              <a:buNone/>
            </a:lvl2pPr>
            <a:lvl3pPr lvl="2" algn="l" rtl="0">
              <a:spcBef>
                <a:spcPts val="0"/>
              </a:spcBef>
              <a:spcAft>
                <a:spcPts val="0"/>
              </a:spcAft>
              <a:buSzPts val="1400"/>
              <a:buNone/>
            </a:lvl3pPr>
            <a:lvl4pPr lvl="3" algn="l" rtl="0">
              <a:spcBef>
                <a:spcPts val="0"/>
              </a:spcBef>
              <a:spcAft>
                <a:spcPts val="0"/>
              </a:spcAft>
              <a:buSzPts val="1400"/>
              <a:buNone/>
            </a:lvl4pPr>
            <a:lvl5pPr lvl="4" algn="l" rtl="0">
              <a:spcBef>
                <a:spcPts val="0"/>
              </a:spcBef>
              <a:spcAft>
                <a:spcPts val="0"/>
              </a:spcAft>
              <a:buSzPts val="1400"/>
              <a:buNone/>
            </a:lvl5pPr>
            <a:lvl6pPr lvl="5" algn="l" rtl="0">
              <a:spcBef>
                <a:spcPts val="0"/>
              </a:spcBef>
              <a:spcAft>
                <a:spcPts val="0"/>
              </a:spcAft>
              <a:buSzPts val="1400"/>
              <a:buNone/>
            </a:lvl6pPr>
            <a:lvl7pPr lvl="6" algn="l" rtl="0">
              <a:spcBef>
                <a:spcPts val="0"/>
              </a:spcBef>
              <a:spcAft>
                <a:spcPts val="0"/>
              </a:spcAft>
              <a:buSzPts val="1400"/>
              <a:buNone/>
            </a:lvl7pPr>
            <a:lvl8pPr lvl="7" algn="l" rtl="0">
              <a:spcBef>
                <a:spcPts val="0"/>
              </a:spcBef>
              <a:spcAft>
                <a:spcPts val="0"/>
              </a:spcAft>
              <a:buSzPts val="1400"/>
              <a:buNone/>
            </a:lvl8pPr>
            <a:lvl9pPr lvl="8" algn="l" rtl="0">
              <a:spcBef>
                <a:spcPts val="0"/>
              </a:spcBef>
              <a:spcAft>
                <a:spcPts val="0"/>
              </a:spcAft>
              <a:buSzPts val="1400"/>
              <a:buNone/>
            </a:lvl9pPr>
          </a:lstStyle>
          <a:p>
            <a:endParaRPr/>
          </a:p>
        </p:txBody>
      </p:sp>
      <p:sp>
        <p:nvSpPr>
          <p:cNvPr id="1048584" name="Google Shape;17;p2"/>
          <p:cNvSpPr txBox="1">
            <a:spLocks noGrp="1"/>
          </p:cNvSpPr>
          <p:nvPr>
            <p:ph type="ftr" idx="11"/>
          </p:nvPr>
        </p:nvSpPr>
        <p:spPr>
          <a:xfrm>
            <a:off x="4165600" y="6356353"/>
            <a:ext cx="38607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lvl1pPr>
            <a:lvl2pPr lvl="1" algn="l" rtl="0">
              <a:spcBef>
                <a:spcPts val="0"/>
              </a:spcBef>
              <a:spcAft>
                <a:spcPts val="0"/>
              </a:spcAft>
              <a:buSzPts val="1400"/>
              <a:buNone/>
            </a:lvl2pPr>
            <a:lvl3pPr lvl="2" algn="l" rtl="0">
              <a:spcBef>
                <a:spcPts val="0"/>
              </a:spcBef>
              <a:spcAft>
                <a:spcPts val="0"/>
              </a:spcAft>
              <a:buSzPts val="1400"/>
              <a:buNone/>
            </a:lvl3pPr>
            <a:lvl4pPr lvl="3" algn="l" rtl="0">
              <a:spcBef>
                <a:spcPts val="0"/>
              </a:spcBef>
              <a:spcAft>
                <a:spcPts val="0"/>
              </a:spcAft>
              <a:buSzPts val="1400"/>
              <a:buNone/>
            </a:lvl4pPr>
            <a:lvl5pPr lvl="4" algn="l" rtl="0">
              <a:spcBef>
                <a:spcPts val="0"/>
              </a:spcBef>
              <a:spcAft>
                <a:spcPts val="0"/>
              </a:spcAft>
              <a:buSzPts val="1400"/>
              <a:buNone/>
            </a:lvl5pPr>
            <a:lvl6pPr lvl="5" algn="l" rtl="0">
              <a:spcBef>
                <a:spcPts val="0"/>
              </a:spcBef>
              <a:spcAft>
                <a:spcPts val="0"/>
              </a:spcAft>
              <a:buSzPts val="1400"/>
              <a:buNone/>
            </a:lvl6pPr>
            <a:lvl7pPr lvl="6" algn="l" rtl="0">
              <a:spcBef>
                <a:spcPts val="0"/>
              </a:spcBef>
              <a:spcAft>
                <a:spcPts val="0"/>
              </a:spcAft>
              <a:buSzPts val="1400"/>
              <a:buNone/>
            </a:lvl7pPr>
            <a:lvl8pPr lvl="7" algn="l" rtl="0">
              <a:spcBef>
                <a:spcPts val="0"/>
              </a:spcBef>
              <a:spcAft>
                <a:spcPts val="0"/>
              </a:spcAft>
              <a:buSzPts val="1400"/>
              <a:buNone/>
            </a:lvl8pPr>
            <a:lvl9pPr lvl="8" algn="l" rtl="0">
              <a:spcBef>
                <a:spcPts val="0"/>
              </a:spcBef>
              <a:spcAft>
                <a:spcPts val="0"/>
              </a:spcAft>
              <a:buSzPts val="1400"/>
              <a:buNone/>
            </a:lvl9pPr>
          </a:lstStyle>
          <a:p>
            <a:endParaRPr/>
          </a:p>
        </p:txBody>
      </p:sp>
      <p:sp>
        <p:nvSpPr>
          <p:cNvPr id="1048585" name="Google Shape;18;p2"/>
          <p:cNvSpPr txBox="1">
            <a:spLocks noGrp="1"/>
          </p:cNvSpPr>
          <p:nvPr>
            <p:ph type="sldNum" idx="12"/>
          </p:nvPr>
        </p:nvSpPr>
        <p:spPr>
          <a:xfrm>
            <a:off x="8737600" y="6356353"/>
            <a:ext cx="28449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lvl1pPr>
            <a:lvl2pPr marL="0" lvl="1" indent="0" algn="r" rtl="0">
              <a:spcBef>
                <a:spcPts val="0"/>
              </a:spcBef>
              <a:buNone/>
            </a:lvl2pPr>
            <a:lvl3pPr marL="0" lvl="2" indent="0" algn="r" rtl="0">
              <a:spcBef>
                <a:spcPts val="0"/>
              </a:spcBef>
              <a:buNone/>
            </a:lvl3pPr>
            <a:lvl4pPr marL="0" lvl="3" indent="0" algn="r" rtl="0">
              <a:spcBef>
                <a:spcPts val="0"/>
              </a:spcBef>
              <a:buNone/>
            </a:lvl4pPr>
            <a:lvl5pPr marL="0" lvl="4" indent="0" algn="r" rtl="0">
              <a:spcBef>
                <a:spcPts val="0"/>
              </a:spcBef>
              <a:buNone/>
            </a:lvl5pPr>
            <a:lvl6pPr marL="0" lvl="5" indent="0" algn="r" rtl="0">
              <a:spcBef>
                <a:spcPts val="0"/>
              </a:spcBef>
              <a:buNone/>
            </a:lvl6pPr>
            <a:lvl7pPr marL="0" lvl="6" indent="0" algn="r" rtl="0">
              <a:spcBef>
                <a:spcPts val="0"/>
              </a:spcBef>
              <a:buNone/>
            </a:lvl7pPr>
            <a:lvl8pPr marL="0" lvl="7" indent="0" algn="r" rtl="0">
              <a:spcBef>
                <a:spcPts val="0"/>
              </a:spcBef>
              <a:buNone/>
            </a:lvl8pPr>
            <a:lvl9pPr marL="0" lvl="8" indent="0" algn="r" rtl="0">
              <a:spcBef>
                <a:spcPts val="0"/>
              </a:spcBef>
              <a:buNone/>
            </a:lvl9pPr>
          </a:lstStyle>
          <a:p>
            <a:pPr marL="0" lvl="0" indent="0" algn="r" rtl="0">
              <a:spcBef>
                <a:spcPts val="0"/>
              </a:spcBef>
              <a:spcAft>
                <a:spcPts val="0"/>
              </a:spcAft>
              <a:buNone/>
            </a:pPr>
            <a:fld id="{00000000-1234-1234-1234-123412341234}" type="slidenum">
              <a:rPr lang="en-GB"/>
              <a:t>‹#›</a:t>
            </a:fld>
            <a:endParaRPr lang="en-GB"/>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19"/>
        <p:cNvGrpSpPr/>
        <p:nvPr/>
      </p:nvGrpSpPr>
      <p:grpSpPr>
        <a:xfrm>
          <a:off x="0" y="0"/>
          <a:ext cx="0" cy="0"/>
          <a:chOff x="0" y="0"/>
          <a:chExt cx="0" cy="0"/>
        </a:xfrm>
      </p:grpSpPr>
      <p:sp>
        <p:nvSpPr>
          <p:cNvPr id="1048593" name="Google Shape;20;p3"/>
          <p:cNvSpPr txBox="1">
            <a:spLocks noGrp="1"/>
          </p:cNvSpPr>
          <p:nvPr>
            <p:ph type="title"/>
          </p:nvPr>
        </p:nvSpPr>
        <p:spPr>
          <a:xfrm>
            <a:off x="812800" y="274638"/>
            <a:ext cx="10668000" cy="4875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Clr>
                <a:srgbClr val="17365D"/>
              </a:buClr>
              <a:buSzPts val="2800"/>
              <a:buFont typeface="Verdana"/>
              <a:buNone/>
              <a:defRPr>
                <a:solidFill>
                  <a:srgbClr val="17365D"/>
                </a:solidFill>
              </a:defRPr>
            </a:lvl1pPr>
            <a:lvl2pPr lvl="1" rtl="0">
              <a:spcBef>
                <a:spcPts val="0"/>
              </a:spcBef>
              <a:spcAft>
                <a:spcPts val="0"/>
              </a:spcAft>
              <a:buSzPts val="1400"/>
              <a:buNone/>
            </a:lvl2pPr>
            <a:lvl3pPr lvl="2" rtl="0">
              <a:spcBef>
                <a:spcPts val="0"/>
              </a:spcBef>
              <a:spcAft>
                <a:spcPts val="0"/>
              </a:spcAft>
              <a:buSzPts val="1400"/>
              <a:buNone/>
            </a:lvl3pPr>
            <a:lvl4pPr lvl="3" rtl="0">
              <a:spcBef>
                <a:spcPts val="0"/>
              </a:spcBef>
              <a:spcAft>
                <a:spcPts val="0"/>
              </a:spcAft>
              <a:buSzPts val="1400"/>
              <a:buNone/>
            </a:lvl4pPr>
            <a:lvl5pPr lvl="4" rtl="0">
              <a:spcBef>
                <a:spcPts val="0"/>
              </a:spcBef>
              <a:spcAft>
                <a:spcPts val="0"/>
              </a:spcAft>
              <a:buSzPts val="1400"/>
              <a:buNone/>
            </a:lvl5pPr>
            <a:lvl6pPr lvl="5" rtl="0">
              <a:spcBef>
                <a:spcPts val="0"/>
              </a:spcBef>
              <a:spcAft>
                <a:spcPts val="0"/>
              </a:spcAft>
              <a:buSzPts val="1400"/>
              <a:buNone/>
            </a:lvl6pPr>
            <a:lvl7pPr lvl="6" rtl="0">
              <a:spcBef>
                <a:spcPts val="0"/>
              </a:spcBef>
              <a:spcAft>
                <a:spcPts val="0"/>
              </a:spcAft>
              <a:buSzPts val="1400"/>
              <a:buNone/>
            </a:lvl7pPr>
            <a:lvl8pPr lvl="7" rtl="0">
              <a:spcBef>
                <a:spcPts val="0"/>
              </a:spcBef>
              <a:spcAft>
                <a:spcPts val="0"/>
              </a:spcAft>
              <a:buSzPts val="1400"/>
              <a:buNone/>
            </a:lvl8pPr>
            <a:lvl9pPr lvl="8" rtl="0">
              <a:spcBef>
                <a:spcPts val="0"/>
              </a:spcBef>
              <a:spcAft>
                <a:spcPts val="0"/>
              </a:spcAft>
              <a:buSzPts val="1400"/>
              <a:buNone/>
            </a:lvl9pPr>
          </a:lstStyle>
          <a:p>
            <a:endParaRPr/>
          </a:p>
        </p:txBody>
      </p:sp>
      <p:sp>
        <p:nvSpPr>
          <p:cNvPr id="1048594" name="Google Shape;21;p3"/>
          <p:cNvSpPr txBox="1">
            <a:spLocks noGrp="1"/>
          </p:cNvSpPr>
          <p:nvPr>
            <p:ph type="body" idx="1"/>
          </p:nvPr>
        </p:nvSpPr>
        <p:spPr>
          <a:xfrm>
            <a:off x="812800" y="1143001"/>
            <a:ext cx="10668000" cy="4953000"/>
          </a:xfrm>
          <a:prstGeom prst="rect">
            <a:avLst/>
          </a:prstGeom>
          <a:noFill/>
          <a:ln>
            <a:noFill/>
          </a:ln>
        </p:spPr>
        <p:txBody>
          <a:bodyPr spcFirstLastPara="1" wrap="square" lIns="91425" tIns="45700" rIns="91425" bIns="45700" anchor="t" anchorCtr="0">
            <a:normAutofit/>
          </a:bodyPr>
          <a:lstStyle>
            <a:lvl1pPr marL="457200" lvl="0" indent="-381000" algn="l" rtl="0">
              <a:spcBef>
                <a:spcPts val="480"/>
              </a:spcBef>
              <a:spcAft>
                <a:spcPts val="0"/>
              </a:spcAft>
              <a:buClr>
                <a:schemeClr val="dk1"/>
              </a:buClr>
              <a:buSzPts val="2400"/>
              <a:buChar char="•"/>
              <a:defRPr>
                <a:solidFill>
                  <a:schemeClr val="dk1"/>
                </a:solidFill>
              </a:defRPr>
            </a:lvl1pPr>
            <a:lvl2pPr marL="914400" lvl="1" indent="-355600" algn="l" rtl="0">
              <a:spcBef>
                <a:spcPts val="400"/>
              </a:spcBef>
              <a:spcAft>
                <a:spcPts val="0"/>
              </a:spcAft>
              <a:buClr>
                <a:schemeClr val="dk1"/>
              </a:buClr>
              <a:buSzPts val="2000"/>
              <a:buChar char="–"/>
              <a:defRPr>
                <a:solidFill>
                  <a:schemeClr val="dk1"/>
                </a:solidFill>
              </a:defRPr>
            </a:lvl2pPr>
            <a:lvl3pPr marL="1371600" lvl="2" indent="-342900" algn="l" rtl="0">
              <a:spcBef>
                <a:spcPts val="360"/>
              </a:spcBef>
              <a:spcAft>
                <a:spcPts val="0"/>
              </a:spcAft>
              <a:buClr>
                <a:schemeClr val="dk1"/>
              </a:buClr>
              <a:buSzPts val="1800"/>
              <a:buChar char="•"/>
              <a:defRPr>
                <a:solidFill>
                  <a:schemeClr val="dk1"/>
                </a:solidFill>
              </a:defRPr>
            </a:lvl3pPr>
            <a:lvl4pPr marL="1828800" lvl="3" indent="-330200" algn="l" rtl="0">
              <a:spcBef>
                <a:spcPts val="320"/>
              </a:spcBef>
              <a:spcAft>
                <a:spcPts val="0"/>
              </a:spcAft>
              <a:buClr>
                <a:schemeClr val="dk1"/>
              </a:buClr>
              <a:buSzPts val="1600"/>
              <a:buChar char="–"/>
              <a:defRPr>
                <a:solidFill>
                  <a:schemeClr val="dk1"/>
                </a:solidFill>
              </a:defRPr>
            </a:lvl4pPr>
            <a:lvl5pPr marL="2286000" lvl="4" indent="-330200" algn="l" rtl="0">
              <a:spcBef>
                <a:spcPts val="320"/>
              </a:spcBef>
              <a:spcAft>
                <a:spcPts val="0"/>
              </a:spcAft>
              <a:buClr>
                <a:schemeClr val="dk1"/>
              </a:buClr>
              <a:buSzPts val="1600"/>
              <a:buChar char="»"/>
              <a:defRPr>
                <a:solidFill>
                  <a:schemeClr val="dk1"/>
                </a:solidFill>
              </a:defRPr>
            </a:lvl5pPr>
            <a:lvl6pPr marL="2743200" lvl="5" indent="-342900" algn="l" rtl="0">
              <a:spcBef>
                <a:spcPts val="360"/>
              </a:spcBef>
              <a:spcAft>
                <a:spcPts val="0"/>
              </a:spcAft>
              <a:buClr>
                <a:schemeClr val="dk1"/>
              </a:buClr>
              <a:buSzPts val="1800"/>
              <a:buChar char="•"/>
            </a:lvl6pPr>
            <a:lvl7pPr marL="3200400" lvl="6" indent="-342900" algn="l" rtl="0">
              <a:spcBef>
                <a:spcPts val="360"/>
              </a:spcBef>
              <a:spcAft>
                <a:spcPts val="0"/>
              </a:spcAft>
              <a:buClr>
                <a:schemeClr val="dk1"/>
              </a:buClr>
              <a:buSzPts val="1800"/>
              <a:buChar char="•"/>
            </a:lvl7pPr>
            <a:lvl8pPr marL="3657600" lvl="7" indent="-342900" algn="l" rtl="0">
              <a:spcBef>
                <a:spcPts val="360"/>
              </a:spcBef>
              <a:spcAft>
                <a:spcPts val="0"/>
              </a:spcAft>
              <a:buClr>
                <a:schemeClr val="dk1"/>
              </a:buClr>
              <a:buSzPts val="1800"/>
              <a:buChar char="•"/>
            </a:lvl8pPr>
            <a:lvl9pPr marL="4114800" lvl="8" indent="-342900" algn="l" rtl="0">
              <a:spcBef>
                <a:spcPts val="360"/>
              </a:spcBef>
              <a:spcAft>
                <a:spcPts val="0"/>
              </a:spcAft>
              <a:buClr>
                <a:schemeClr val="dk1"/>
              </a:buClr>
              <a:buSzPts val="1800"/>
              <a:buChar char="•"/>
            </a:lvl9pPr>
          </a:lstStyle>
          <a:p>
            <a:endParaRPr/>
          </a:p>
        </p:txBody>
      </p:sp>
      <p:sp>
        <p:nvSpPr>
          <p:cNvPr id="1048595" name="Google Shape;22;p3"/>
          <p:cNvSpPr txBox="1">
            <a:spLocks noGrp="1"/>
          </p:cNvSpPr>
          <p:nvPr>
            <p:ph type="dt" idx="10"/>
          </p:nvPr>
        </p:nvSpPr>
        <p:spPr>
          <a:xfrm>
            <a:off x="609600" y="6356353"/>
            <a:ext cx="28449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lvl1pPr>
            <a:lvl2pPr lvl="1" algn="l" rtl="0">
              <a:spcBef>
                <a:spcPts val="0"/>
              </a:spcBef>
              <a:spcAft>
                <a:spcPts val="0"/>
              </a:spcAft>
              <a:buSzPts val="1400"/>
              <a:buNone/>
            </a:lvl2pPr>
            <a:lvl3pPr lvl="2" algn="l" rtl="0">
              <a:spcBef>
                <a:spcPts val="0"/>
              </a:spcBef>
              <a:spcAft>
                <a:spcPts val="0"/>
              </a:spcAft>
              <a:buSzPts val="1400"/>
              <a:buNone/>
            </a:lvl3pPr>
            <a:lvl4pPr lvl="3" algn="l" rtl="0">
              <a:spcBef>
                <a:spcPts val="0"/>
              </a:spcBef>
              <a:spcAft>
                <a:spcPts val="0"/>
              </a:spcAft>
              <a:buSzPts val="1400"/>
              <a:buNone/>
            </a:lvl4pPr>
            <a:lvl5pPr lvl="4" algn="l" rtl="0">
              <a:spcBef>
                <a:spcPts val="0"/>
              </a:spcBef>
              <a:spcAft>
                <a:spcPts val="0"/>
              </a:spcAft>
              <a:buSzPts val="1400"/>
              <a:buNone/>
            </a:lvl5pPr>
            <a:lvl6pPr lvl="5" algn="l" rtl="0">
              <a:spcBef>
                <a:spcPts val="0"/>
              </a:spcBef>
              <a:spcAft>
                <a:spcPts val="0"/>
              </a:spcAft>
              <a:buSzPts val="1400"/>
              <a:buNone/>
            </a:lvl6pPr>
            <a:lvl7pPr lvl="6" algn="l" rtl="0">
              <a:spcBef>
                <a:spcPts val="0"/>
              </a:spcBef>
              <a:spcAft>
                <a:spcPts val="0"/>
              </a:spcAft>
              <a:buSzPts val="1400"/>
              <a:buNone/>
            </a:lvl7pPr>
            <a:lvl8pPr lvl="7" algn="l" rtl="0">
              <a:spcBef>
                <a:spcPts val="0"/>
              </a:spcBef>
              <a:spcAft>
                <a:spcPts val="0"/>
              </a:spcAft>
              <a:buSzPts val="1400"/>
              <a:buNone/>
            </a:lvl8pPr>
            <a:lvl9pPr lvl="8" algn="l" rtl="0">
              <a:spcBef>
                <a:spcPts val="0"/>
              </a:spcBef>
              <a:spcAft>
                <a:spcPts val="0"/>
              </a:spcAft>
              <a:buSzPts val="1400"/>
              <a:buNone/>
            </a:lvl9pPr>
          </a:lstStyle>
          <a:p>
            <a:endParaRPr/>
          </a:p>
        </p:txBody>
      </p:sp>
      <p:sp>
        <p:nvSpPr>
          <p:cNvPr id="1048596" name="Google Shape;23;p3"/>
          <p:cNvSpPr txBox="1">
            <a:spLocks noGrp="1"/>
          </p:cNvSpPr>
          <p:nvPr>
            <p:ph type="ftr" idx="11"/>
          </p:nvPr>
        </p:nvSpPr>
        <p:spPr>
          <a:xfrm>
            <a:off x="4165600" y="6356353"/>
            <a:ext cx="38607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lvl1pPr>
            <a:lvl2pPr lvl="1" algn="l" rtl="0">
              <a:spcBef>
                <a:spcPts val="0"/>
              </a:spcBef>
              <a:spcAft>
                <a:spcPts val="0"/>
              </a:spcAft>
              <a:buSzPts val="1400"/>
              <a:buNone/>
            </a:lvl2pPr>
            <a:lvl3pPr lvl="2" algn="l" rtl="0">
              <a:spcBef>
                <a:spcPts val="0"/>
              </a:spcBef>
              <a:spcAft>
                <a:spcPts val="0"/>
              </a:spcAft>
              <a:buSzPts val="1400"/>
              <a:buNone/>
            </a:lvl3pPr>
            <a:lvl4pPr lvl="3" algn="l" rtl="0">
              <a:spcBef>
                <a:spcPts val="0"/>
              </a:spcBef>
              <a:spcAft>
                <a:spcPts val="0"/>
              </a:spcAft>
              <a:buSzPts val="1400"/>
              <a:buNone/>
            </a:lvl4pPr>
            <a:lvl5pPr lvl="4" algn="l" rtl="0">
              <a:spcBef>
                <a:spcPts val="0"/>
              </a:spcBef>
              <a:spcAft>
                <a:spcPts val="0"/>
              </a:spcAft>
              <a:buSzPts val="1400"/>
              <a:buNone/>
            </a:lvl5pPr>
            <a:lvl6pPr lvl="5" algn="l" rtl="0">
              <a:spcBef>
                <a:spcPts val="0"/>
              </a:spcBef>
              <a:spcAft>
                <a:spcPts val="0"/>
              </a:spcAft>
              <a:buSzPts val="1400"/>
              <a:buNone/>
            </a:lvl6pPr>
            <a:lvl7pPr lvl="6" algn="l" rtl="0">
              <a:spcBef>
                <a:spcPts val="0"/>
              </a:spcBef>
              <a:spcAft>
                <a:spcPts val="0"/>
              </a:spcAft>
              <a:buSzPts val="1400"/>
              <a:buNone/>
            </a:lvl7pPr>
            <a:lvl8pPr lvl="7" algn="l" rtl="0">
              <a:spcBef>
                <a:spcPts val="0"/>
              </a:spcBef>
              <a:spcAft>
                <a:spcPts val="0"/>
              </a:spcAft>
              <a:buSzPts val="1400"/>
              <a:buNone/>
            </a:lvl8pPr>
            <a:lvl9pPr lvl="8" algn="l" rtl="0">
              <a:spcBef>
                <a:spcPts val="0"/>
              </a:spcBef>
              <a:spcAft>
                <a:spcPts val="0"/>
              </a:spcAft>
              <a:buSzPts val="1400"/>
              <a:buNone/>
            </a:lvl9pPr>
          </a:lstStyle>
          <a:p>
            <a:endParaRPr/>
          </a:p>
        </p:txBody>
      </p:sp>
      <p:sp>
        <p:nvSpPr>
          <p:cNvPr id="1048597" name="Google Shape;24;p3"/>
          <p:cNvSpPr txBox="1">
            <a:spLocks noGrp="1"/>
          </p:cNvSpPr>
          <p:nvPr>
            <p:ph type="sldNum" idx="12"/>
          </p:nvPr>
        </p:nvSpPr>
        <p:spPr>
          <a:xfrm>
            <a:off x="8737600" y="6356353"/>
            <a:ext cx="28449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lvl1pPr>
            <a:lvl2pPr marL="0" lvl="1" indent="0" algn="r" rtl="0">
              <a:spcBef>
                <a:spcPts val="0"/>
              </a:spcBef>
              <a:buNone/>
            </a:lvl2pPr>
            <a:lvl3pPr marL="0" lvl="2" indent="0" algn="r" rtl="0">
              <a:spcBef>
                <a:spcPts val="0"/>
              </a:spcBef>
              <a:buNone/>
            </a:lvl3pPr>
            <a:lvl4pPr marL="0" lvl="3" indent="0" algn="r" rtl="0">
              <a:spcBef>
                <a:spcPts val="0"/>
              </a:spcBef>
              <a:buNone/>
            </a:lvl4pPr>
            <a:lvl5pPr marL="0" lvl="4" indent="0" algn="r" rtl="0">
              <a:spcBef>
                <a:spcPts val="0"/>
              </a:spcBef>
              <a:buNone/>
            </a:lvl5pPr>
            <a:lvl6pPr marL="0" lvl="5" indent="0" algn="r" rtl="0">
              <a:spcBef>
                <a:spcPts val="0"/>
              </a:spcBef>
              <a:buNone/>
            </a:lvl6pPr>
            <a:lvl7pPr marL="0" lvl="6" indent="0" algn="r" rtl="0">
              <a:spcBef>
                <a:spcPts val="0"/>
              </a:spcBef>
              <a:buNone/>
            </a:lvl7pPr>
            <a:lvl8pPr marL="0" lvl="7" indent="0" algn="r" rtl="0">
              <a:spcBef>
                <a:spcPts val="0"/>
              </a:spcBef>
              <a:buNone/>
            </a:lvl8pPr>
            <a:lvl9pPr marL="0" lvl="8" indent="0" algn="r" rtl="0">
              <a:spcBef>
                <a:spcPts val="0"/>
              </a:spcBef>
              <a:buNone/>
            </a:lvl9pPr>
          </a:lstStyle>
          <a:p>
            <a:pPr marL="0" lvl="0" indent="0" algn="r" rtl="0">
              <a:spcBef>
                <a:spcPts val="0"/>
              </a:spcBef>
              <a:spcAft>
                <a:spcPts val="0"/>
              </a:spcAft>
              <a:buNone/>
            </a:pPr>
            <a:fld id="{00000000-1234-1234-1234-123412341234}" type="slidenum">
              <a:rPr lang="en-GB"/>
              <a:t>‹#›</a:t>
            </a:fld>
            <a:endParaRPr lang="en-GB"/>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25"/>
        <p:cNvGrpSpPr/>
        <p:nvPr/>
      </p:nvGrpSpPr>
      <p:grpSpPr>
        <a:xfrm>
          <a:off x="0" y="0"/>
          <a:ext cx="0" cy="0"/>
          <a:chOff x="0" y="0"/>
          <a:chExt cx="0" cy="0"/>
        </a:xfrm>
      </p:grpSpPr>
      <p:sp>
        <p:nvSpPr>
          <p:cNvPr id="1048665" name="Google Shape;26;p4"/>
          <p:cNvSpPr txBox="1">
            <a:spLocks noGrp="1"/>
          </p:cNvSpPr>
          <p:nvPr>
            <p:ph type="title"/>
          </p:nvPr>
        </p:nvSpPr>
        <p:spPr>
          <a:xfrm>
            <a:off x="963084" y="4406903"/>
            <a:ext cx="10363200" cy="1362000"/>
          </a:xfrm>
          <a:prstGeom prst="rect">
            <a:avLst/>
          </a:prstGeom>
          <a:noFill/>
          <a:ln>
            <a:noFill/>
          </a:ln>
        </p:spPr>
        <p:txBody>
          <a:bodyPr spcFirstLastPara="1" wrap="square" lIns="91425" tIns="45700" rIns="91425" bIns="45700" anchor="t" anchorCtr="0">
            <a:noAutofit/>
          </a:bodyPr>
          <a:lstStyle>
            <a:lvl1pPr lvl="0" algn="l" rtl="0">
              <a:spcBef>
                <a:spcPts val="0"/>
              </a:spcBef>
              <a:spcAft>
                <a:spcPts val="0"/>
              </a:spcAft>
              <a:buClr>
                <a:srgbClr val="FF0000"/>
              </a:buClr>
              <a:buSzPts val="4000"/>
              <a:buFont typeface="Verdana"/>
              <a:buNone/>
              <a:defRPr sz="4000" b="1" cap="none"/>
            </a:lvl1pPr>
            <a:lvl2pPr lvl="1" rtl="0">
              <a:spcBef>
                <a:spcPts val="0"/>
              </a:spcBef>
              <a:spcAft>
                <a:spcPts val="0"/>
              </a:spcAft>
              <a:buSzPts val="1400"/>
              <a:buNone/>
            </a:lvl2pPr>
            <a:lvl3pPr lvl="2" rtl="0">
              <a:spcBef>
                <a:spcPts val="0"/>
              </a:spcBef>
              <a:spcAft>
                <a:spcPts val="0"/>
              </a:spcAft>
              <a:buSzPts val="1400"/>
              <a:buNone/>
            </a:lvl3pPr>
            <a:lvl4pPr lvl="3" rtl="0">
              <a:spcBef>
                <a:spcPts val="0"/>
              </a:spcBef>
              <a:spcAft>
                <a:spcPts val="0"/>
              </a:spcAft>
              <a:buSzPts val="1400"/>
              <a:buNone/>
            </a:lvl4pPr>
            <a:lvl5pPr lvl="4" rtl="0">
              <a:spcBef>
                <a:spcPts val="0"/>
              </a:spcBef>
              <a:spcAft>
                <a:spcPts val="0"/>
              </a:spcAft>
              <a:buSzPts val="1400"/>
              <a:buNone/>
            </a:lvl5pPr>
            <a:lvl6pPr lvl="5" rtl="0">
              <a:spcBef>
                <a:spcPts val="0"/>
              </a:spcBef>
              <a:spcAft>
                <a:spcPts val="0"/>
              </a:spcAft>
              <a:buSzPts val="1400"/>
              <a:buNone/>
            </a:lvl6pPr>
            <a:lvl7pPr lvl="6" rtl="0">
              <a:spcBef>
                <a:spcPts val="0"/>
              </a:spcBef>
              <a:spcAft>
                <a:spcPts val="0"/>
              </a:spcAft>
              <a:buSzPts val="1400"/>
              <a:buNone/>
            </a:lvl7pPr>
            <a:lvl8pPr lvl="7" rtl="0">
              <a:spcBef>
                <a:spcPts val="0"/>
              </a:spcBef>
              <a:spcAft>
                <a:spcPts val="0"/>
              </a:spcAft>
              <a:buSzPts val="1400"/>
              <a:buNone/>
            </a:lvl8pPr>
            <a:lvl9pPr lvl="8" rtl="0">
              <a:spcBef>
                <a:spcPts val="0"/>
              </a:spcBef>
              <a:spcAft>
                <a:spcPts val="0"/>
              </a:spcAft>
              <a:buSzPts val="1400"/>
              <a:buNone/>
            </a:lvl9pPr>
          </a:lstStyle>
          <a:p>
            <a:endParaRPr/>
          </a:p>
        </p:txBody>
      </p:sp>
      <p:sp>
        <p:nvSpPr>
          <p:cNvPr id="1048666" name="Google Shape;27;p4"/>
          <p:cNvSpPr txBox="1">
            <a:spLocks noGrp="1"/>
          </p:cNvSpPr>
          <p:nvPr>
            <p:ph type="body" idx="1"/>
          </p:nvPr>
        </p:nvSpPr>
        <p:spPr>
          <a:xfrm>
            <a:off x="963084" y="2906713"/>
            <a:ext cx="10363200" cy="1500300"/>
          </a:xfrm>
          <a:prstGeom prst="rect">
            <a:avLst/>
          </a:prstGeom>
          <a:noFill/>
          <a:ln>
            <a:noFill/>
          </a:ln>
        </p:spPr>
        <p:txBody>
          <a:bodyPr spcFirstLastPara="1" wrap="square" lIns="91425" tIns="45700" rIns="91425" bIns="45700" anchor="b" anchorCtr="0">
            <a:normAutofit/>
          </a:bodyPr>
          <a:lstStyle>
            <a:lvl1pPr marL="457200" lvl="0" indent="-228600" algn="l" rtl="0">
              <a:spcBef>
                <a:spcPts val="400"/>
              </a:spcBef>
              <a:spcAft>
                <a:spcPts val="0"/>
              </a:spcAft>
              <a:buClr>
                <a:srgbClr val="888888"/>
              </a:buClr>
              <a:buSzPts val="2000"/>
              <a:buNone/>
              <a:defRPr sz="2000">
                <a:solidFill>
                  <a:srgbClr val="888888"/>
                </a:solidFill>
              </a:defRPr>
            </a:lvl1pPr>
            <a:lvl2pPr marL="914400" lvl="1" indent="-228600" algn="l" rtl="0">
              <a:spcBef>
                <a:spcPts val="360"/>
              </a:spcBef>
              <a:spcAft>
                <a:spcPts val="0"/>
              </a:spcAft>
              <a:buClr>
                <a:srgbClr val="888888"/>
              </a:buClr>
              <a:buSzPts val="1800"/>
              <a:buNone/>
              <a:defRPr sz="1800">
                <a:solidFill>
                  <a:srgbClr val="888888"/>
                </a:solidFill>
              </a:defRPr>
            </a:lvl2pPr>
            <a:lvl3pPr marL="1371600" lvl="2" indent="-228600" algn="l" rtl="0">
              <a:spcBef>
                <a:spcPts val="320"/>
              </a:spcBef>
              <a:spcAft>
                <a:spcPts val="0"/>
              </a:spcAft>
              <a:buClr>
                <a:srgbClr val="888888"/>
              </a:buClr>
              <a:buSzPts val="1600"/>
              <a:buNone/>
              <a:defRPr sz="1600">
                <a:solidFill>
                  <a:srgbClr val="888888"/>
                </a:solidFill>
              </a:defRPr>
            </a:lvl3pPr>
            <a:lvl4pPr marL="1828800" lvl="3" indent="-228600" algn="l" rtl="0">
              <a:spcBef>
                <a:spcPts val="280"/>
              </a:spcBef>
              <a:spcAft>
                <a:spcPts val="0"/>
              </a:spcAft>
              <a:buClr>
                <a:srgbClr val="888888"/>
              </a:buClr>
              <a:buSzPts val="1400"/>
              <a:buNone/>
              <a:defRPr sz="1400">
                <a:solidFill>
                  <a:srgbClr val="888888"/>
                </a:solidFill>
              </a:defRPr>
            </a:lvl4pPr>
            <a:lvl5pPr marL="2286000" lvl="4" indent="-228600" algn="l" rtl="0">
              <a:spcBef>
                <a:spcPts val="280"/>
              </a:spcBef>
              <a:spcAft>
                <a:spcPts val="0"/>
              </a:spcAft>
              <a:buClr>
                <a:srgbClr val="888888"/>
              </a:buClr>
              <a:buSzPts val="1400"/>
              <a:buNone/>
              <a:defRPr sz="1400">
                <a:solidFill>
                  <a:srgbClr val="888888"/>
                </a:solidFill>
              </a:defRPr>
            </a:lvl5pPr>
            <a:lvl6pPr marL="2743200" lvl="5" indent="-228600" algn="l" rtl="0">
              <a:spcBef>
                <a:spcPts val="280"/>
              </a:spcBef>
              <a:spcAft>
                <a:spcPts val="0"/>
              </a:spcAft>
              <a:buClr>
                <a:srgbClr val="888888"/>
              </a:buClr>
              <a:buSzPts val="1400"/>
              <a:buNone/>
              <a:defRPr sz="1400">
                <a:solidFill>
                  <a:srgbClr val="888888"/>
                </a:solidFill>
              </a:defRPr>
            </a:lvl6pPr>
            <a:lvl7pPr marL="3200400" lvl="6" indent="-228600" algn="l" rtl="0">
              <a:spcBef>
                <a:spcPts val="280"/>
              </a:spcBef>
              <a:spcAft>
                <a:spcPts val="0"/>
              </a:spcAft>
              <a:buClr>
                <a:srgbClr val="888888"/>
              </a:buClr>
              <a:buSzPts val="1400"/>
              <a:buNone/>
              <a:defRPr sz="1400">
                <a:solidFill>
                  <a:srgbClr val="888888"/>
                </a:solidFill>
              </a:defRPr>
            </a:lvl7pPr>
            <a:lvl8pPr marL="3657600" lvl="7" indent="-228600" algn="l" rtl="0">
              <a:spcBef>
                <a:spcPts val="280"/>
              </a:spcBef>
              <a:spcAft>
                <a:spcPts val="0"/>
              </a:spcAft>
              <a:buClr>
                <a:srgbClr val="888888"/>
              </a:buClr>
              <a:buSzPts val="1400"/>
              <a:buNone/>
              <a:defRPr sz="1400">
                <a:solidFill>
                  <a:srgbClr val="888888"/>
                </a:solidFill>
              </a:defRPr>
            </a:lvl8pPr>
            <a:lvl9pPr marL="4114800" lvl="8" indent="-228600" algn="l" rtl="0">
              <a:spcBef>
                <a:spcPts val="280"/>
              </a:spcBef>
              <a:spcAft>
                <a:spcPts val="0"/>
              </a:spcAft>
              <a:buClr>
                <a:srgbClr val="888888"/>
              </a:buClr>
              <a:buSzPts val="1400"/>
              <a:buNone/>
              <a:defRPr sz="1400">
                <a:solidFill>
                  <a:srgbClr val="888888"/>
                </a:solidFill>
              </a:defRPr>
            </a:lvl9pPr>
          </a:lstStyle>
          <a:p>
            <a:endParaRPr/>
          </a:p>
        </p:txBody>
      </p:sp>
      <p:sp>
        <p:nvSpPr>
          <p:cNvPr id="1048667" name="Google Shape;28;p4"/>
          <p:cNvSpPr txBox="1">
            <a:spLocks noGrp="1"/>
          </p:cNvSpPr>
          <p:nvPr>
            <p:ph type="dt" idx="10"/>
          </p:nvPr>
        </p:nvSpPr>
        <p:spPr>
          <a:xfrm>
            <a:off x="609600" y="6356353"/>
            <a:ext cx="28449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lvl1pPr>
            <a:lvl2pPr lvl="1" algn="l" rtl="0">
              <a:spcBef>
                <a:spcPts val="0"/>
              </a:spcBef>
              <a:spcAft>
                <a:spcPts val="0"/>
              </a:spcAft>
              <a:buSzPts val="1400"/>
              <a:buNone/>
            </a:lvl2pPr>
            <a:lvl3pPr lvl="2" algn="l" rtl="0">
              <a:spcBef>
                <a:spcPts val="0"/>
              </a:spcBef>
              <a:spcAft>
                <a:spcPts val="0"/>
              </a:spcAft>
              <a:buSzPts val="1400"/>
              <a:buNone/>
            </a:lvl3pPr>
            <a:lvl4pPr lvl="3" algn="l" rtl="0">
              <a:spcBef>
                <a:spcPts val="0"/>
              </a:spcBef>
              <a:spcAft>
                <a:spcPts val="0"/>
              </a:spcAft>
              <a:buSzPts val="1400"/>
              <a:buNone/>
            </a:lvl4pPr>
            <a:lvl5pPr lvl="4" algn="l" rtl="0">
              <a:spcBef>
                <a:spcPts val="0"/>
              </a:spcBef>
              <a:spcAft>
                <a:spcPts val="0"/>
              </a:spcAft>
              <a:buSzPts val="1400"/>
              <a:buNone/>
            </a:lvl5pPr>
            <a:lvl6pPr lvl="5" algn="l" rtl="0">
              <a:spcBef>
                <a:spcPts val="0"/>
              </a:spcBef>
              <a:spcAft>
                <a:spcPts val="0"/>
              </a:spcAft>
              <a:buSzPts val="1400"/>
              <a:buNone/>
            </a:lvl6pPr>
            <a:lvl7pPr lvl="6" algn="l" rtl="0">
              <a:spcBef>
                <a:spcPts val="0"/>
              </a:spcBef>
              <a:spcAft>
                <a:spcPts val="0"/>
              </a:spcAft>
              <a:buSzPts val="1400"/>
              <a:buNone/>
            </a:lvl7pPr>
            <a:lvl8pPr lvl="7" algn="l" rtl="0">
              <a:spcBef>
                <a:spcPts val="0"/>
              </a:spcBef>
              <a:spcAft>
                <a:spcPts val="0"/>
              </a:spcAft>
              <a:buSzPts val="1400"/>
              <a:buNone/>
            </a:lvl8pPr>
            <a:lvl9pPr lvl="8" algn="l" rtl="0">
              <a:spcBef>
                <a:spcPts val="0"/>
              </a:spcBef>
              <a:spcAft>
                <a:spcPts val="0"/>
              </a:spcAft>
              <a:buSzPts val="1400"/>
              <a:buNone/>
            </a:lvl9pPr>
          </a:lstStyle>
          <a:p>
            <a:endParaRPr/>
          </a:p>
        </p:txBody>
      </p:sp>
      <p:sp>
        <p:nvSpPr>
          <p:cNvPr id="1048668" name="Google Shape;29;p4"/>
          <p:cNvSpPr txBox="1">
            <a:spLocks noGrp="1"/>
          </p:cNvSpPr>
          <p:nvPr>
            <p:ph type="ftr" idx="11"/>
          </p:nvPr>
        </p:nvSpPr>
        <p:spPr>
          <a:xfrm>
            <a:off x="4165600" y="6356353"/>
            <a:ext cx="38607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lvl1pPr>
            <a:lvl2pPr lvl="1" algn="l" rtl="0">
              <a:spcBef>
                <a:spcPts val="0"/>
              </a:spcBef>
              <a:spcAft>
                <a:spcPts val="0"/>
              </a:spcAft>
              <a:buSzPts val="1400"/>
              <a:buNone/>
            </a:lvl2pPr>
            <a:lvl3pPr lvl="2" algn="l" rtl="0">
              <a:spcBef>
                <a:spcPts val="0"/>
              </a:spcBef>
              <a:spcAft>
                <a:spcPts val="0"/>
              </a:spcAft>
              <a:buSzPts val="1400"/>
              <a:buNone/>
            </a:lvl3pPr>
            <a:lvl4pPr lvl="3" algn="l" rtl="0">
              <a:spcBef>
                <a:spcPts val="0"/>
              </a:spcBef>
              <a:spcAft>
                <a:spcPts val="0"/>
              </a:spcAft>
              <a:buSzPts val="1400"/>
              <a:buNone/>
            </a:lvl4pPr>
            <a:lvl5pPr lvl="4" algn="l" rtl="0">
              <a:spcBef>
                <a:spcPts val="0"/>
              </a:spcBef>
              <a:spcAft>
                <a:spcPts val="0"/>
              </a:spcAft>
              <a:buSzPts val="1400"/>
              <a:buNone/>
            </a:lvl5pPr>
            <a:lvl6pPr lvl="5" algn="l" rtl="0">
              <a:spcBef>
                <a:spcPts val="0"/>
              </a:spcBef>
              <a:spcAft>
                <a:spcPts val="0"/>
              </a:spcAft>
              <a:buSzPts val="1400"/>
              <a:buNone/>
            </a:lvl6pPr>
            <a:lvl7pPr lvl="6" algn="l" rtl="0">
              <a:spcBef>
                <a:spcPts val="0"/>
              </a:spcBef>
              <a:spcAft>
                <a:spcPts val="0"/>
              </a:spcAft>
              <a:buSzPts val="1400"/>
              <a:buNone/>
            </a:lvl7pPr>
            <a:lvl8pPr lvl="7" algn="l" rtl="0">
              <a:spcBef>
                <a:spcPts val="0"/>
              </a:spcBef>
              <a:spcAft>
                <a:spcPts val="0"/>
              </a:spcAft>
              <a:buSzPts val="1400"/>
              <a:buNone/>
            </a:lvl8pPr>
            <a:lvl9pPr lvl="8" algn="l" rtl="0">
              <a:spcBef>
                <a:spcPts val="0"/>
              </a:spcBef>
              <a:spcAft>
                <a:spcPts val="0"/>
              </a:spcAft>
              <a:buSzPts val="1400"/>
              <a:buNone/>
            </a:lvl9pPr>
          </a:lstStyle>
          <a:p>
            <a:endParaRPr/>
          </a:p>
        </p:txBody>
      </p:sp>
      <p:sp>
        <p:nvSpPr>
          <p:cNvPr id="1048669" name="Google Shape;30;p4"/>
          <p:cNvSpPr txBox="1">
            <a:spLocks noGrp="1"/>
          </p:cNvSpPr>
          <p:nvPr>
            <p:ph type="sldNum" idx="12"/>
          </p:nvPr>
        </p:nvSpPr>
        <p:spPr>
          <a:xfrm>
            <a:off x="8737600" y="6356353"/>
            <a:ext cx="28449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lvl1pPr>
            <a:lvl2pPr marL="0" lvl="1" indent="0" algn="r" rtl="0">
              <a:spcBef>
                <a:spcPts val="0"/>
              </a:spcBef>
              <a:buNone/>
            </a:lvl2pPr>
            <a:lvl3pPr marL="0" lvl="2" indent="0" algn="r" rtl="0">
              <a:spcBef>
                <a:spcPts val="0"/>
              </a:spcBef>
              <a:buNone/>
            </a:lvl3pPr>
            <a:lvl4pPr marL="0" lvl="3" indent="0" algn="r" rtl="0">
              <a:spcBef>
                <a:spcPts val="0"/>
              </a:spcBef>
              <a:buNone/>
            </a:lvl4pPr>
            <a:lvl5pPr marL="0" lvl="4" indent="0" algn="r" rtl="0">
              <a:spcBef>
                <a:spcPts val="0"/>
              </a:spcBef>
              <a:buNone/>
            </a:lvl5pPr>
            <a:lvl6pPr marL="0" lvl="5" indent="0" algn="r" rtl="0">
              <a:spcBef>
                <a:spcPts val="0"/>
              </a:spcBef>
              <a:buNone/>
            </a:lvl6pPr>
            <a:lvl7pPr marL="0" lvl="6" indent="0" algn="r" rtl="0">
              <a:spcBef>
                <a:spcPts val="0"/>
              </a:spcBef>
              <a:buNone/>
            </a:lvl7pPr>
            <a:lvl8pPr marL="0" lvl="7" indent="0" algn="r" rtl="0">
              <a:spcBef>
                <a:spcPts val="0"/>
              </a:spcBef>
              <a:buNone/>
            </a:lvl8pPr>
            <a:lvl9pPr marL="0" lvl="8" indent="0" algn="r" rtl="0">
              <a:spcBef>
                <a:spcPts val="0"/>
              </a:spcBef>
              <a:buNone/>
            </a:lvl9pPr>
          </a:lstStyle>
          <a:p>
            <a:pPr marL="0" lvl="0" indent="0" algn="r" rtl="0">
              <a:spcBef>
                <a:spcPts val="0"/>
              </a:spcBef>
              <a:spcAft>
                <a:spcPts val="0"/>
              </a:spcAft>
              <a:buNone/>
            </a:pPr>
            <a:fld id="{00000000-1234-1234-1234-123412341234}" type="slidenum">
              <a:rPr lang="en-GB"/>
              <a:t>‹#›</a:t>
            </a:fld>
            <a:endParaRPr lang="en-GB"/>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31"/>
        <p:cNvGrpSpPr/>
        <p:nvPr/>
      </p:nvGrpSpPr>
      <p:grpSpPr>
        <a:xfrm>
          <a:off x="0" y="0"/>
          <a:ext cx="0" cy="0"/>
          <a:chOff x="0" y="0"/>
          <a:chExt cx="0" cy="0"/>
        </a:xfrm>
      </p:grpSpPr>
      <p:sp>
        <p:nvSpPr>
          <p:cNvPr id="1048670" name="Google Shape;32;p5"/>
          <p:cNvSpPr txBox="1">
            <a:spLocks noGrp="1"/>
          </p:cNvSpPr>
          <p:nvPr>
            <p:ph type="title"/>
          </p:nvPr>
        </p:nvSpPr>
        <p:spPr>
          <a:xfrm>
            <a:off x="812800" y="274638"/>
            <a:ext cx="10668000" cy="4875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Clr>
                <a:srgbClr val="FF0000"/>
              </a:buClr>
              <a:buSzPts val="2800"/>
              <a:buFont typeface="Verdana"/>
              <a:buNone/>
              <a:defRPr>
                <a:solidFill>
                  <a:srgbClr val="FF0000"/>
                </a:solidFill>
              </a:defRPr>
            </a:lvl1pPr>
            <a:lvl2pPr lvl="1" rtl="0">
              <a:spcBef>
                <a:spcPts val="0"/>
              </a:spcBef>
              <a:spcAft>
                <a:spcPts val="0"/>
              </a:spcAft>
              <a:buSzPts val="1400"/>
              <a:buNone/>
            </a:lvl2pPr>
            <a:lvl3pPr lvl="2" rtl="0">
              <a:spcBef>
                <a:spcPts val="0"/>
              </a:spcBef>
              <a:spcAft>
                <a:spcPts val="0"/>
              </a:spcAft>
              <a:buSzPts val="1400"/>
              <a:buNone/>
            </a:lvl3pPr>
            <a:lvl4pPr lvl="3" rtl="0">
              <a:spcBef>
                <a:spcPts val="0"/>
              </a:spcBef>
              <a:spcAft>
                <a:spcPts val="0"/>
              </a:spcAft>
              <a:buSzPts val="1400"/>
              <a:buNone/>
            </a:lvl4pPr>
            <a:lvl5pPr lvl="4" rtl="0">
              <a:spcBef>
                <a:spcPts val="0"/>
              </a:spcBef>
              <a:spcAft>
                <a:spcPts val="0"/>
              </a:spcAft>
              <a:buSzPts val="1400"/>
              <a:buNone/>
            </a:lvl5pPr>
            <a:lvl6pPr lvl="5" rtl="0">
              <a:spcBef>
                <a:spcPts val="0"/>
              </a:spcBef>
              <a:spcAft>
                <a:spcPts val="0"/>
              </a:spcAft>
              <a:buSzPts val="1400"/>
              <a:buNone/>
            </a:lvl6pPr>
            <a:lvl7pPr lvl="6" rtl="0">
              <a:spcBef>
                <a:spcPts val="0"/>
              </a:spcBef>
              <a:spcAft>
                <a:spcPts val="0"/>
              </a:spcAft>
              <a:buSzPts val="1400"/>
              <a:buNone/>
            </a:lvl7pPr>
            <a:lvl8pPr lvl="7" rtl="0">
              <a:spcBef>
                <a:spcPts val="0"/>
              </a:spcBef>
              <a:spcAft>
                <a:spcPts val="0"/>
              </a:spcAft>
              <a:buSzPts val="1400"/>
              <a:buNone/>
            </a:lvl8pPr>
            <a:lvl9pPr lvl="8" rtl="0">
              <a:spcBef>
                <a:spcPts val="0"/>
              </a:spcBef>
              <a:spcAft>
                <a:spcPts val="0"/>
              </a:spcAft>
              <a:buSzPts val="1400"/>
              <a:buNone/>
            </a:lvl9pPr>
          </a:lstStyle>
          <a:p>
            <a:endParaRPr/>
          </a:p>
        </p:txBody>
      </p:sp>
      <p:sp>
        <p:nvSpPr>
          <p:cNvPr id="1048671" name="Google Shape;33;p5"/>
          <p:cNvSpPr txBox="1">
            <a:spLocks noGrp="1"/>
          </p:cNvSpPr>
          <p:nvPr>
            <p:ph type="body" idx="1"/>
          </p:nvPr>
        </p:nvSpPr>
        <p:spPr>
          <a:xfrm>
            <a:off x="609600" y="1600203"/>
            <a:ext cx="5384700" cy="4526100"/>
          </a:xfrm>
          <a:prstGeom prst="rect">
            <a:avLst/>
          </a:prstGeom>
          <a:noFill/>
          <a:ln>
            <a:noFill/>
          </a:ln>
        </p:spPr>
        <p:txBody>
          <a:bodyPr spcFirstLastPara="1" wrap="square" lIns="91425" tIns="45700" rIns="91425" bIns="45700" anchor="t" anchorCtr="0">
            <a:normAutofit/>
          </a:bodyPr>
          <a:lstStyle>
            <a:lvl1pPr marL="457200" lvl="0" indent="-406400" algn="l" rtl="0">
              <a:spcBef>
                <a:spcPts val="560"/>
              </a:spcBef>
              <a:spcAft>
                <a:spcPts val="0"/>
              </a:spcAft>
              <a:buClr>
                <a:schemeClr val="dk1"/>
              </a:buClr>
              <a:buSzPts val="2800"/>
              <a:buChar char="•"/>
              <a:defRPr sz="2800"/>
            </a:lvl1pPr>
            <a:lvl2pPr marL="914400" lvl="1" indent="-381000" algn="l" rtl="0">
              <a:spcBef>
                <a:spcPts val="480"/>
              </a:spcBef>
              <a:spcAft>
                <a:spcPts val="0"/>
              </a:spcAft>
              <a:buClr>
                <a:schemeClr val="dk1"/>
              </a:buClr>
              <a:buSzPts val="2400"/>
              <a:buChar char="–"/>
              <a:defRPr sz="2400"/>
            </a:lvl2pPr>
            <a:lvl3pPr marL="1371600" lvl="2" indent="-355600" algn="l" rtl="0">
              <a:spcBef>
                <a:spcPts val="400"/>
              </a:spcBef>
              <a:spcAft>
                <a:spcPts val="0"/>
              </a:spcAft>
              <a:buClr>
                <a:schemeClr val="dk1"/>
              </a:buClr>
              <a:buSzPts val="2000"/>
              <a:buChar char="•"/>
              <a:defRPr sz="2000"/>
            </a:lvl3pPr>
            <a:lvl4pPr marL="1828800" lvl="3" indent="-342900" algn="l" rtl="0">
              <a:spcBef>
                <a:spcPts val="360"/>
              </a:spcBef>
              <a:spcAft>
                <a:spcPts val="0"/>
              </a:spcAft>
              <a:buClr>
                <a:schemeClr val="dk1"/>
              </a:buClr>
              <a:buSzPts val="1800"/>
              <a:buChar char="–"/>
              <a:defRPr sz="1800"/>
            </a:lvl4pPr>
            <a:lvl5pPr marL="2286000" lvl="4" indent="-342900" algn="l" rtl="0">
              <a:spcBef>
                <a:spcPts val="360"/>
              </a:spcBef>
              <a:spcAft>
                <a:spcPts val="0"/>
              </a:spcAft>
              <a:buClr>
                <a:schemeClr val="dk1"/>
              </a:buClr>
              <a:buSzPts val="1800"/>
              <a:buChar char="»"/>
              <a:defRPr sz="1800"/>
            </a:lvl5pPr>
            <a:lvl6pPr marL="2743200" lvl="5" indent="-342900" algn="l" rtl="0">
              <a:spcBef>
                <a:spcPts val="360"/>
              </a:spcBef>
              <a:spcAft>
                <a:spcPts val="0"/>
              </a:spcAft>
              <a:buClr>
                <a:schemeClr val="dk1"/>
              </a:buClr>
              <a:buSzPts val="1800"/>
              <a:buChar char="•"/>
              <a:defRPr sz="1800"/>
            </a:lvl6pPr>
            <a:lvl7pPr marL="3200400" lvl="6" indent="-342900" algn="l" rtl="0">
              <a:spcBef>
                <a:spcPts val="360"/>
              </a:spcBef>
              <a:spcAft>
                <a:spcPts val="0"/>
              </a:spcAft>
              <a:buClr>
                <a:schemeClr val="dk1"/>
              </a:buClr>
              <a:buSzPts val="1800"/>
              <a:buChar char="•"/>
              <a:defRPr sz="1800"/>
            </a:lvl7pPr>
            <a:lvl8pPr marL="3657600" lvl="7" indent="-342900" algn="l" rtl="0">
              <a:spcBef>
                <a:spcPts val="360"/>
              </a:spcBef>
              <a:spcAft>
                <a:spcPts val="0"/>
              </a:spcAft>
              <a:buClr>
                <a:schemeClr val="dk1"/>
              </a:buClr>
              <a:buSzPts val="1800"/>
              <a:buChar char="•"/>
              <a:defRPr sz="1800"/>
            </a:lvl8pPr>
            <a:lvl9pPr marL="4114800" lvl="8" indent="-342900" algn="l" rtl="0">
              <a:spcBef>
                <a:spcPts val="360"/>
              </a:spcBef>
              <a:spcAft>
                <a:spcPts val="0"/>
              </a:spcAft>
              <a:buClr>
                <a:schemeClr val="dk1"/>
              </a:buClr>
              <a:buSzPts val="1800"/>
              <a:buChar char="•"/>
              <a:defRPr sz="1800"/>
            </a:lvl9pPr>
          </a:lstStyle>
          <a:p>
            <a:endParaRPr/>
          </a:p>
        </p:txBody>
      </p:sp>
      <p:sp>
        <p:nvSpPr>
          <p:cNvPr id="1048672" name="Google Shape;34;p5"/>
          <p:cNvSpPr txBox="1">
            <a:spLocks noGrp="1"/>
          </p:cNvSpPr>
          <p:nvPr>
            <p:ph type="body" idx="2"/>
          </p:nvPr>
        </p:nvSpPr>
        <p:spPr>
          <a:xfrm>
            <a:off x="6197600" y="1600203"/>
            <a:ext cx="5384700" cy="4526100"/>
          </a:xfrm>
          <a:prstGeom prst="rect">
            <a:avLst/>
          </a:prstGeom>
          <a:noFill/>
          <a:ln>
            <a:noFill/>
          </a:ln>
        </p:spPr>
        <p:txBody>
          <a:bodyPr spcFirstLastPara="1" wrap="square" lIns="91425" tIns="45700" rIns="91425" bIns="45700" anchor="t" anchorCtr="0">
            <a:normAutofit/>
          </a:bodyPr>
          <a:lstStyle>
            <a:lvl1pPr marL="457200" lvl="0" indent="-406400" algn="l" rtl="0">
              <a:spcBef>
                <a:spcPts val="560"/>
              </a:spcBef>
              <a:spcAft>
                <a:spcPts val="0"/>
              </a:spcAft>
              <a:buClr>
                <a:schemeClr val="dk1"/>
              </a:buClr>
              <a:buSzPts val="2800"/>
              <a:buChar char="•"/>
              <a:defRPr sz="2800"/>
            </a:lvl1pPr>
            <a:lvl2pPr marL="914400" lvl="1" indent="-381000" algn="l" rtl="0">
              <a:spcBef>
                <a:spcPts val="480"/>
              </a:spcBef>
              <a:spcAft>
                <a:spcPts val="0"/>
              </a:spcAft>
              <a:buClr>
                <a:schemeClr val="dk1"/>
              </a:buClr>
              <a:buSzPts val="2400"/>
              <a:buChar char="–"/>
              <a:defRPr sz="2400"/>
            </a:lvl2pPr>
            <a:lvl3pPr marL="1371600" lvl="2" indent="-355600" algn="l" rtl="0">
              <a:spcBef>
                <a:spcPts val="400"/>
              </a:spcBef>
              <a:spcAft>
                <a:spcPts val="0"/>
              </a:spcAft>
              <a:buClr>
                <a:schemeClr val="dk1"/>
              </a:buClr>
              <a:buSzPts val="2000"/>
              <a:buChar char="•"/>
              <a:defRPr sz="2000"/>
            </a:lvl3pPr>
            <a:lvl4pPr marL="1828800" lvl="3" indent="-342900" algn="l" rtl="0">
              <a:spcBef>
                <a:spcPts val="360"/>
              </a:spcBef>
              <a:spcAft>
                <a:spcPts val="0"/>
              </a:spcAft>
              <a:buClr>
                <a:schemeClr val="dk1"/>
              </a:buClr>
              <a:buSzPts val="1800"/>
              <a:buChar char="–"/>
              <a:defRPr sz="1800"/>
            </a:lvl4pPr>
            <a:lvl5pPr marL="2286000" lvl="4" indent="-342900" algn="l" rtl="0">
              <a:spcBef>
                <a:spcPts val="360"/>
              </a:spcBef>
              <a:spcAft>
                <a:spcPts val="0"/>
              </a:spcAft>
              <a:buClr>
                <a:schemeClr val="dk1"/>
              </a:buClr>
              <a:buSzPts val="1800"/>
              <a:buChar char="»"/>
              <a:defRPr sz="1800"/>
            </a:lvl5pPr>
            <a:lvl6pPr marL="2743200" lvl="5" indent="-342900" algn="l" rtl="0">
              <a:spcBef>
                <a:spcPts val="360"/>
              </a:spcBef>
              <a:spcAft>
                <a:spcPts val="0"/>
              </a:spcAft>
              <a:buClr>
                <a:schemeClr val="dk1"/>
              </a:buClr>
              <a:buSzPts val="1800"/>
              <a:buChar char="•"/>
              <a:defRPr sz="1800"/>
            </a:lvl6pPr>
            <a:lvl7pPr marL="3200400" lvl="6" indent="-342900" algn="l" rtl="0">
              <a:spcBef>
                <a:spcPts val="360"/>
              </a:spcBef>
              <a:spcAft>
                <a:spcPts val="0"/>
              </a:spcAft>
              <a:buClr>
                <a:schemeClr val="dk1"/>
              </a:buClr>
              <a:buSzPts val="1800"/>
              <a:buChar char="•"/>
              <a:defRPr sz="1800"/>
            </a:lvl7pPr>
            <a:lvl8pPr marL="3657600" lvl="7" indent="-342900" algn="l" rtl="0">
              <a:spcBef>
                <a:spcPts val="360"/>
              </a:spcBef>
              <a:spcAft>
                <a:spcPts val="0"/>
              </a:spcAft>
              <a:buClr>
                <a:schemeClr val="dk1"/>
              </a:buClr>
              <a:buSzPts val="1800"/>
              <a:buChar char="•"/>
              <a:defRPr sz="1800"/>
            </a:lvl8pPr>
            <a:lvl9pPr marL="4114800" lvl="8" indent="-342900" algn="l" rtl="0">
              <a:spcBef>
                <a:spcPts val="360"/>
              </a:spcBef>
              <a:spcAft>
                <a:spcPts val="0"/>
              </a:spcAft>
              <a:buClr>
                <a:schemeClr val="dk1"/>
              </a:buClr>
              <a:buSzPts val="1800"/>
              <a:buChar char="•"/>
              <a:defRPr sz="1800"/>
            </a:lvl9pPr>
          </a:lstStyle>
          <a:p>
            <a:endParaRPr/>
          </a:p>
        </p:txBody>
      </p:sp>
      <p:sp>
        <p:nvSpPr>
          <p:cNvPr id="1048673" name="Google Shape;35;p5"/>
          <p:cNvSpPr txBox="1">
            <a:spLocks noGrp="1"/>
          </p:cNvSpPr>
          <p:nvPr>
            <p:ph type="dt" idx="10"/>
          </p:nvPr>
        </p:nvSpPr>
        <p:spPr>
          <a:xfrm>
            <a:off x="609600" y="6356353"/>
            <a:ext cx="28449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lvl1pPr>
            <a:lvl2pPr lvl="1" algn="l" rtl="0">
              <a:spcBef>
                <a:spcPts val="0"/>
              </a:spcBef>
              <a:spcAft>
                <a:spcPts val="0"/>
              </a:spcAft>
              <a:buSzPts val="1400"/>
              <a:buNone/>
            </a:lvl2pPr>
            <a:lvl3pPr lvl="2" algn="l" rtl="0">
              <a:spcBef>
                <a:spcPts val="0"/>
              </a:spcBef>
              <a:spcAft>
                <a:spcPts val="0"/>
              </a:spcAft>
              <a:buSzPts val="1400"/>
              <a:buNone/>
            </a:lvl3pPr>
            <a:lvl4pPr lvl="3" algn="l" rtl="0">
              <a:spcBef>
                <a:spcPts val="0"/>
              </a:spcBef>
              <a:spcAft>
                <a:spcPts val="0"/>
              </a:spcAft>
              <a:buSzPts val="1400"/>
              <a:buNone/>
            </a:lvl4pPr>
            <a:lvl5pPr lvl="4" algn="l" rtl="0">
              <a:spcBef>
                <a:spcPts val="0"/>
              </a:spcBef>
              <a:spcAft>
                <a:spcPts val="0"/>
              </a:spcAft>
              <a:buSzPts val="1400"/>
              <a:buNone/>
            </a:lvl5pPr>
            <a:lvl6pPr lvl="5" algn="l" rtl="0">
              <a:spcBef>
                <a:spcPts val="0"/>
              </a:spcBef>
              <a:spcAft>
                <a:spcPts val="0"/>
              </a:spcAft>
              <a:buSzPts val="1400"/>
              <a:buNone/>
            </a:lvl6pPr>
            <a:lvl7pPr lvl="6" algn="l" rtl="0">
              <a:spcBef>
                <a:spcPts val="0"/>
              </a:spcBef>
              <a:spcAft>
                <a:spcPts val="0"/>
              </a:spcAft>
              <a:buSzPts val="1400"/>
              <a:buNone/>
            </a:lvl7pPr>
            <a:lvl8pPr lvl="7" algn="l" rtl="0">
              <a:spcBef>
                <a:spcPts val="0"/>
              </a:spcBef>
              <a:spcAft>
                <a:spcPts val="0"/>
              </a:spcAft>
              <a:buSzPts val="1400"/>
              <a:buNone/>
            </a:lvl8pPr>
            <a:lvl9pPr lvl="8" algn="l" rtl="0">
              <a:spcBef>
                <a:spcPts val="0"/>
              </a:spcBef>
              <a:spcAft>
                <a:spcPts val="0"/>
              </a:spcAft>
              <a:buSzPts val="1400"/>
              <a:buNone/>
            </a:lvl9pPr>
          </a:lstStyle>
          <a:p>
            <a:endParaRPr/>
          </a:p>
        </p:txBody>
      </p:sp>
      <p:sp>
        <p:nvSpPr>
          <p:cNvPr id="1048674" name="Google Shape;36;p5"/>
          <p:cNvSpPr txBox="1">
            <a:spLocks noGrp="1"/>
          </p:cNvSpPr>
          <p:nvPr>
            <p:ph type="ftr" idx="11"/>
          </p:nvPr>
        </p:nvSpPr>
        <p:spPr>
          <a:xfrm>
            <a:off x="4165600" y="6356353"/>
            <a:ext cx="38607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lvl1pPr>
            <a:lvl2pPr lvl="1" algn="l" rtl="0">
              <a:spcBef>
                <a:spcPts val="0"/>
              </a:spcBef>
              <a:spcAft>
                <a:spcPts val="0"/>
              </a:spcAft>
              <a:buSzPts val="1400"/>
              <a:buNone/>
            </a:lvl2pPr>
            <a:lvl3pPr lvl="2" algn="l" rtl="0">
              <a:spcBef>
                <a:spcPts val="0"/>
              </a:spcBef>
              <a:spcAft>
                <a:spcPts val="0"/>
              </a:spcAft>
              <a:buSzPts val="1400"/>
              <a:buNone/>
            </a:lvl3pPr>
            <a:lvl4pPr lvl="3" algn="l" rtl="0">
              <a:spcBef>
                <a:spcPts val="0"/>
              </a:spcBef>
              <a:spcAft>
                <a:spcPts val="0"/>
              </a:spcAft>
              <a:buSzPts val="1400"/>
              <a:buNone/>
            </a:lvl4pPr>
            <a:lvl5pPr lvl="4" algn="l" rtl="0">
              <a:spcBef>
                <a:spcPts val="0"/>
              </a:spcBef>
              <a:spcAft>
                <a:spcPts val="0"/>
              </a:spcAft>
              <a:buSzPts val="1400"/>
              <a:buNone/>
            </a:lvl5pPr>
            <a:lvl6pPr lvl="5" algn="l" rtl="0">
              <a:spcBef>
                <a:spcPts val="0"/>
              </a:spcBef>
              <a:spcAft>
                <a:spcPts val="0"/>
              </a:spcAft>
              <a:buSzPts val="1400"/>
              <a:buNone/>
            </a:lvl6pPr>
            <a:lvl7pPr lvl="6" algn="l" rtl="0">
              <a:spcBef>
                <a:spcPts val="0"/>
              </a:spcBef>
              <a:spcAft>
                <a:spcPts val="0"/>
              </a:spcAft>
              <a:buSzPts val="1400"/>
              <a:buNone/>
            </a:lvl7pPr>
            <a:lvl8pPr lvl="7" algn="l" rtl="0">
              <a:spcBef>
                <a:spcPts val="0"/>
              </a:spcBef>
              <a:spcAft>
                <a:spcPts val="0"/>
              </a:spcAft>
              <a:buSzPts val="1400"/>
              <a:buNone/>
            </a:lvl8pPr>
            <a:lvl9pPr lvl="8" algn="l" rtl="0">
              <a:spcBef>
                <a:spcPts val="0"/>
              </a:spcBef>
              <a:spcAft>
                <a:spcPts val="0"/>
              </a:spcAft>
              <a:buSzPts val="1400"/>
              <a:buNone/>
            </a:lvl9pPr>
          </a:lstStyle>
          <a:p>
            <a:endParaRPr/>
          </a:p>
        </p:txBody>
      </p:sp>
      <p:sp>
        <p:nvSpPr>
          <p:cNvPr id="1048675" name="Google Shape;37;p5"/>
          <p:cNvSpPr txBox="1">
            <a:spLocks noGrp="1"/>
          </p:cNvSpPr>
          <p:nvPr>
            <p:ph type="sldNum" idx="12"/>
          </p:nvPr>
        </p:nvSpPr>
        <p:spPr>
          <a:xfrm>
            <a:off x="8737600" y="6356353"/>
            <a:ext cx="28449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lvl1pPr>
            <a:lvl2pPr marL="0" lvl="1" indent="0" algn="r" rtl="0">
              <a:spcBef>
                <a:spcPts val="0"/>
              </a:spcBef>
              <a:buNone/>
            </a:lvl2pPr>
            <a:lvl3pPr marL="0" lvl="2" indent="0" algn="r" rtl="0">
              <a:spcBef>
                <a:spcPts val="0"/>
              </a:spcBef>
              <a:buNone/>
            </a:lvl3pPr>
            <a:lvl4pPr marL="0" lvl="3" indent="0" algn="r" rtl="0">
              <a:spcBef>
                <a:spcPts val="0"/>
              </a:spcBef>
              <a:buNone/>
            </a:lvl4pPr>
            <a:lvl5pPr marL="0" lvl="4" indent="0" algn="r" rtl="0">
              <a:spcBef>
                <a:spcPts val="0"/>
              </a:spcBef>
              <a:buNone/>
            </a:lvl5pPr>
            <a:lvl6pPr marL="0" lvl="5" indent="0" algn="r" rtl="0">
              <a:spcBef>
                <a:spcPts val="0"/>
              </a:spcBef>
              <a:buNone/>
            </a:lvl6pPr>
            <a:lvl7pPr marL="0" lvl="6" indent="0" algn="r" rtl="0">
              <a:spcBef>
                <a:spcPts val="0"/>
              </a:spcBef>
              <a:buNone/>
            </a:lvl7pPr>
            <a:lvl8pPr marL="0" lvl="7" indent="0" algn="r" rtl="0">
              <a:spcBef>
                <a:spcPts val="0"/>
              </a:spcBef>
              <a:buNone/>
            </a:lvl8pPr>
            <a:lvl9pPr marL="0" lvl="8" indent="0" algn="r" rtl="0">
              <a:spcBef>
                <a:spcPts val="0"/>
              </a:spcBef>
              <a:buNone/>
            </a:lvl9pPr>
          </a:lstStyle>
          <a:p>
            <a:pPr marL="0" lvl="0" indent="0" algn="r" rtl="0">
              <a:spcBef>
                <a:spcPts val="0"/>
              </a:spcBef>
              <a:spcAft>
                <a:spcPts val="0"/>
              </a:spcAft>
              <a:buNone/>
            </a:pPr>
            <a:fld id="{00000000-1234-1234-1234-123412341234}" type="slidenum">
              <a:rPr lang="en-GB"/>
              <a:t>‹#›</a:t>
            </a:fld>
            <a:endParaRPr lang="en-GB"/>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38"/>
        <p:cNvGrpSpPr/>
        <p:nvPr/>
      </p:nvGrpSpPr>
      <p:grpSpPr>
        <a:xfrm>
          <a:off x="0" y="0"/>
          <a:ext cx="0" cy="0"/>
          <a:chOff x="0" y="0"/>
          <a:chExt cx="0" cy="0"/>
        </a:xfrm>
      </p:grpSpPr>
      <p:sp>
        <p:nvSpPr>
          <p:cNvPr id="1048676" name="Google Shape;39;p6"/>
          <p:cNvSpPr txBox="1">
            <a:spLocks noGrp="1"/>
          </p:cNvSpPr>
          <p:nvPr>
            <p:ph type="title"/>
          </p:nvPr>
        </p:nvSpPr>
        <p:spPr>
          <a:xfrm>
            <a:off x="859368" y="304800"/>
            <a:ext cx="10668000" cy="4875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Clr>
                <a:srgbClr val="FF0000"/>
              </a:buClr>
              <a:buSzPts val="2800"/>
              <a:buFont typeface="Verdana"/>
              <a:buNone/>
              <a:defRPr>
                <a:solidFill>
                  <a:srgbClr val="FF0000"/>
                </a:solidFill>
              </a:defRPr>
            </a:lvl1pPr>
            <a:lvl2pPr lvl="1" rtl="0">
              <a:spcBef>
                <a:spcPts val="0"/>
              </a:spcBef>
              <a:spcAft>
                <a:spcPts val="0"/>
              </a:spcAft>
              <a:buSzPts val="1400"/>
              <a:buNone/>
            </a:lvl2pPr>
            <a:lvl3pPr lvl="2" rtl="0">
              <a:spcBef>
                <a:spcPts val="0"/>
              </a:spcBef>
              <a:spcAft>
                <a:spcPts val="0"/>
              </a:spcAft>
              <a:buSzPts val="1400"/>
              <a:buNone/>
            </a:lvl3pPr>
            <a:lvl4pPr lvl="3" rtl="0">
              <a:spcBef>
                <a:spcPts val="0"/>
              </a:spcBef>
              <a:spcAft>
                <a:spcPts val="0"/>
              </a:spcAft>
              <a:buSzPts val="1400"/>
              <a:buNone/>
            </a:lvl4pPr>
            <a:lvl5pPr lvl="4" rtl="0">
              <a:spcBef>
                <a:spcPts val="0"/>
              </a:spcBef>
              <a:spcAft>
                <a:spcPts val="0"/>
              </a:spcAft>
              <a:buSzPts val="1400"/>
              <a:buNone/>
            </a:lvl5pPr>
            <a:lvl6pPr lvl="5" rtl="0">
              <a:spcBef>
                <a:spcPts val="0"/>
              </a:spcBef>
              <a:spcAft>
                <a:spcPts val="0"/>
              </a:spcAft>
              <a:buSzPts val="1400"/>
              <a:buNone/>
            </a:lvl6pPr>
            <a:lvl7pPr lvl="6" rtl="0">
              <a:spcBef>
                <a:spcPts val="0"/>
              </a:spcBef>
              <a:spcAft>
                <a:spcPts val="0"/>
              </a:spcAft>
              <a:buSzPts val="1400"/>
              <a:buNone/>
            </a:lvl7pPr>
            <a:lvl8pPr lvl="7" rtl="0">
              <a:spcBef>
                <a:spcPts val="0"/>
              </a:spcBef>
              <a:spcAft>
                <a:spcPts val="0"/>
              </a:spcAft>
              <a:buSzPts val="1400"/>
              <a:buNone/>
            </a:lvl8pPr>
            <a:lvl9pPr lvl="8" rtl="0">
              <a:spcBef>
                <a:spcPts val="0"/>
              </a:spcBef>
              <a:spcAft>
                <a:spcPts val="0"/>
              </a:spcAft>
              <a:buSzPts val="1400"/>
              <a:buNone/>
            </a:lvl9pPr>
          </a:lstStyle>
          <a:p>
            <a:endParaRPr/>
          </a:p>
        </p:txBody>
      </p:sp>
      <p:sp>
        <p:nvSpPr>
          <p:cNvPr id="1048677" name="Google Shape;40;p6"/>
          <p:cNvSpPr txBox="1">
            <a:spLocks noGrp="1"/>
          </p:cNvSpPr>
          <p:nvPr>
            <p:ph type="body" idx="1"/>
          </p:nvPr>
        </p:nvSpPr>
        <p:spPr>
          <a:xfrm>
            <a:off x="609600" y="1535113"/>
            <a:ext cx="5386800" cy="639900"/>
          </a:xfrm>
          <a:prstGeom prst="rect">
            <a:avLst/>
          </a:prstGeom>
          <a:noFill/>
          <a:ln>
            <a:noFill/>
          </a:ln>
        </p:spPr>
        <p:txBody>
          <a:bodyPr spcFirstLastPara="1" wrap="square" lIns="91425" tIns="45700" rIns="91425" bIns="45700" anchor="b" anchorCtr="0">
            <a:normAutofit/>
          </a:bodyPr>
          <a:lstStyle>
            <a:lvl1pPr marL="457200" lvl="0" indent="-228600" algn="l" rtl="0">
              <a:spcBef>
                <a:spcPts val="480"/>
              </a:spcBef>
              <a:spcAft>
                <a:spcPts val="0"/>
              </a:spcAft>
              <a:buClr>
                <a:schemeClr val="dk1"/>
              </a:buClr>
              <a:buSzPts val="2400"/>
              <a:buNone/>
              <a:defRPr sz="2400" b="1"/>
            </a:lvl1pPr>
            <a:lvl2pPr marL="914400" lvl="1" indent="-228600" algn="l" rtl="0">
              <a:spcBef>
                <a:spcPts val="400"/>
              </a:spcBef>
              <a:spcAft>
                <a:spcPts val="0"/>
              </a:spcAft>
              <a:buClr>
                <a:schemeClr val="dk1"/>
              </a:buClr>
              <a:buSzPts val="2000"/>
              <a:buNone/>
              <a:defRPr sz="2000" b="1"/>
            </a:lvl2pPr>
            <a:lvl3pPr marL="1371600" lvl="2" indent="-228600" algn="l" rtl="0">
              <a:spcBef>
                <a:spcPts val="360"/>
              </a:spcBef>
              <a:spcAft>
                <a:spcPts val="0"/>
              </a:spcAft>
              <a:buClr>
                <a:schemeClr val="dk1"/>
              </a:buClr>
              <a:buSzPts val="1800"/>
              <a:buNone/>
              <a:defRPr sz="1800" b="1"/>
            </a:lvl3pPr>
            <a:lvl4pPr marL="1828800" lvl="3" indent="-228600" algn="l" rtl="0">
              <a:spcBef>
                <a:spcPts val="320"/>
              </a:spcBef>
              <a:spcAft>
                <a:spcPts val="0"/>
              </a:spcAft>
              <a:buClr>
                <a:schemeClr val="dk1"/>
              </a:buClr>
              <a:buSzPts val="1600"/>
              <a:buNone/>
              <a:defRPr sz="1600" b="1"/>
            </a:lvl4pPr>
            <a:lvl5pPr marL="2286000" lvl="4" indent="-228600" algn="l" rtl="0">
              <a:spcBef>
                <a:spcPts val="320"/>
              </a:spcBef>
              <a:spcAft>
                <a:spcPts val="0"/>
              </a:spcAft>
              <a:buClr>
                <a:schemeClr val="dk1"/>
              </a:buClr>
              <a:buSzPts val="1600"/>
              <a:buNone/>
              <a:defRPr sz="1600" b="1"/>
            </a:lvl5pPr>
            <a:lvl6pPr marL="2743200" lvl="5" indent="-228600" algn="l" rtl="0">
              <a:spcBef>
                <a:spcPts val="320"/>
              </a:spcBef>
              <a:spcAft>
                <a:spcPts val="0"/>
              </a:spcAft>
              <a:buClr>
                <a:schemeClr val="dk1"/>
              </a:buClr>
              <a:buSzPts val="1600"/>
              <a:buNone/>
              <a:defRPr sz="1600" b="1"/>
            </a:lvl6pPr>
            <a:lvl7pPr marL="3200400" lvl="6" indent="-228600" algn="l" rtl="0">
              <a:spcBef>
                <a:spcPts val="320"/>
              </a:spcBef>
              <a:spcAft>
                <a:spcPts val="0"/>
              </a:spcAft>
              <a:buClr>
                <a:schemeClr val="dk1"/>
              </a:buClr>
              <a:buSzPts val="1600"/>
              <a:buNone/>
              <a:defRPr sz="1600" b="1"/>
            </a:lvl7pPr>
            <a:lvl8pPr marL="3657600" lvl="7" indent="-228600" algn="l" rtl="0">
              <a:spcBef>
                <a:spcPts val="320"/>
              </a:spcBef>
              <a:spcAft>
                <a:spcPts val="0"/>
              </a:spcAft>
              <a:buClr>
                <a:schemeClr val="dk1"/>
              </a:buClr>
              <a:buSzPts val="1600"/>
              <a:buNone/>
              <a:defRPr sz="1600" b="1"/>
            </a:lvl8pPr>
            <a:lvl9pPr marL="4114800" lvl="8" indent="-228600" algn="l" rtl="0">
              <a:spcBef>
                <a:spcPts val="320"/>
              </a:spcBef>
              <a:spcAft>
                <a:spcPts val="0"/>
              </a:spcAft>
              <a:buClr>
                <a:schemeClr val="dk1"/>
              </a:buClr>
              <a:buSzPts val="1600"/>
              <a:buNone/>
              <a:defRPr sz="1600" b="1"/>
            </a:lvl9pPr>
          </a:lstStyle>
          <a:p>
            <a:endParaRPr/>
          </a:p>
        </p:txBody>
      </p:sp>
      <p:sp>
        <p:nvSpPr>
          <p:cNvPr id="1048678" name="Google Shape;41;p6"/>
          <p:cNvSpPr txBox="1">
            <a:spLocks noGrp="1"/>
          </p:cNvSpPr>
          <p:nvPr>
            <p:ph type="body" idx="2"/>
          </p:nvPr>
        </p:nvSpPr>
        <p:spPr>
          <a:xfrm>
            <a:off x="609600" y="2174875"/>
            <a:ext cx="5386800" cy="3951300"/>
          </a:xfrm>
          <a:prstGeom prst="rect">
            <a:avLst/>
          </a:prstGeom>
          <a:noFill/>
          <a:ln>
            <a:noFill/>
          </a:ln>
        </p:spPr>
        <p:txBody>
          <a:bodyPr spcFirstLastPara="1" wrap="square" lIns="91425" tIns="45700" rIns="91425" bIns="45700" anchor="t" anchorCtr="0">
            <a:normAutofit/>
          </a:bodyPr>
          <a:lstStyle>
            <a:lvl1pPr marL="457200" lvl="0" indent="-381000" algn="l" rtl="0">
              <a:spcBef>
                <a:spcPts val="480"/>
              </a:spcBef>
              <a:spcAft>
                <a:spcPts val="0"/>
              </a:spcAft>
              <a:buClr>
                <a:schemeClr val="dk1"/>
              </a:buClr>
              <a:buSzPts val="2400"/>
              <a:buChar char="•"/>
              <a:defRPr sz="2400"/>
            </a:lvl1pPr>
            <a:lvl2pPr marL="914400" lvl="1" indent="-355600" algn="l" rtl="0">
              <a:spcBef>
                <a:spcPts val="400"/>
              </a:spcBef>
              <a:spcAft>
                <a:spcPts val="0"/>
              </a:spcAft>
              <a:buClr>
                <a:schemeClr val="dk1"/>
              </a:buClr>
              <a:buSzPts val="2000"/>
              <a:buChar char="–"/>
              <a:defRPr sz="2000"/>
            </a:lvl2pPr>
            <a:lvl3pPr marL="1371600" lvl="2" indent="-342900" algn="l" rtl="0">
              <a:spcBef>
                <a:spcPts val="360"/>
              </a:spcBef>
              <a:spcAft>
                <a:spcPts val="0"/>
              </a:spcAft>
              <a:buClr>
                <a:schemeClr val="dk1"/>
              </a:buClr>
              <a:buSzPts val="1800"/>
              <a:buChar char="•"/>
              <a:defRPr sz="1800"/>
            </a:lvl3pPr>
            <a:lvl4pPr marL="1828800" lvl="3" indent="-330200" algn="l" rtl="0">
              <a:spcBef>
                <a:spcPts val="320"/>
              </a:spcBef>
              <a:spcAft>
                <a:spcPts val="0"/>
              </a:spcAft>
              <a:buClr>
                <a:schemeClr val="dk1"/>
              </a:buClr>
              <a:buSzPts val="1600"/>
              <a:buChar char="–"/>
              <a:defRPr sz="1600"/>
            </a:lvl4pPr>
            <a:lvl5pPr marL="2286000" lvl="4" indent="-330200" algn="l" rtl="0">
              <a:spcBef>
                <a:spcPts val="320"/>
              </a:spcBef>
              <a:spcAft>
                <a:spcPts val="0"/>
              </a:spcAft>
              <a:buClr>
                <a:schemeClr val="dk1"/>
              </a:buClr>
              <a:buSzPts val="1600"/>
              <a:buChar char="»"/>
              <a:defRPr sz="1600"/>
            </a:lvl5pPr>
            <a:lvl6pPr marL="2743200" lvl="5" indent="-330200" algn="l" rtl="0">
              <a:spcBef>
                <a:spcPts val="320"/>
              </a:spcBef>
              <a:spcAft>
                <a:spcPts val="0"/>
              </a:spcAft>
              <a:buClr>
                <a:schemeClr val="dk1"/>
              </a:buClr>
              <a:buSzPts val="1600"/>
              <a:buChar char="•"/>
              <a:defRPr sz="1600"/>
            </a:lvl6pPr>
            <a:lvl7pPr marL="3200400" lvl="6" indent="-330200" algn="l" rtl="0">
              <a:spcBef>
                <a:spcPts val="320"/>
              </a:spcBef>
              <a:spcAft>
                <a:spcPts val="0"/>
              </a:spcAft>
              <a:buClr>
                <a:schemeClr val="dk1"/>
              </a:buClr>
              <a:buSzPts val="1600"/>
              <a:buChar char="•"/>
              <a:defRPr sz="1600"/>
            </a:lvl7pPr>
            <a:lvl8pPr marL="3657600" lvl="7" indent="-330200" algn="l" rtl="0">
              <a:spcBef>
                <a:spcPts val="320"/>
              </a:spcBef>
              <a:spcAft>
                <a:spcPts val="0"/>
              </a:spcAft>
              <a:buClr>
                <a:schemeClr val="dk1"/>
              </a:buClr>
              <a:buSzPts val="1600"/>
              <a:buChar char="•"/>
              <a:defRPr sz="1600"/>
            </a:lvl8pPr>
            <a:lvl9pPr marL="4114800" lvl="8" indent="-330200" algn="l" rtl="0">
              <a:spcBef>
                <a:spcPts val="320"/>
              </a:spcBef>
              <a:spcAft>
                <a:spcPts val="0"/>
              </a:spcAft>
              <a:buClr>
                <a:schemeClr val="dk1"/>
              </a:buClr>
              <a:buSzPts val="1600"/>
              <a:buChar char="•"/>
              <a:defRPr sz="1600"/>
            </a:lvl9pPr>
          </a:lstStyle>
          <a:p>
            <a:endParaRPr/>
          </a:p>
        </p:txBody>
      </p:sp>
      <p:sp>
        <p:nvSpPr>
          <p:cNvPr id="1048679" name="Google Shape;42;p6"/>
          <p:cNvSpPr txBox="1">
            <a:spLocks noGrp="1"/>
          </p:cNvSpPr>
          <p:nvPr>
            <p:ph type="body" idx="3"/>
          </p:nvPr>
        </p:nvSpPr>
        <p:spPr>
          <a:xfrm>
            <a:off x="6193369" y="1535113"/>
            <a:ext cx="5388900" cy="639900"/>
          </a:xfrm>
          <a:prstGeom prst="rect">
            <a:avLst/>
          </a:prstGeom>
          <a:noFill/>
          <a:ln>
            <a:noFill/>
          </a:ln>
        </p:spPr>
        <p:txBody>
          <a:bodyPr spcFirstLastPara="1" wrap="square" lIns="91425" tIns="45700" rIns="91425" bIns="45700" anchor="b" anchorCtr="0">
            <a:normAutofit/>
          </a:bodyPr>
          <a:lstStyle>
            <a:lvl1pPr marL="457200" lvl="0" indent="-228600" algn="l" rtl="0">
              <a:spcBef>
                <a:spcPts val="480"/>
              </a:spcBef>
              <a:spcAft>
                <a:spcPts val="0"/>
              </a:spcAft>
              <a:buClr>
                <a:schemeClr val="dk1"/>
              </a:buClr>
              <a:buSzPts val="2400"/>
              <a:buNone/>
              <a:defRPr sz="2400" b="1"/>
            </a:lvl1pPr>
            <a:lvl2pPr marL="914400" lvl="1" indent="-228600" algn="l" rtl="0">
              <a:spcBef>
                <a:spcPts val="400"/>
              </a:spcBef>
              <a:spcAft>
                <a:spcPts val="0"/>
              </a:spcAft>
              <a:buClr>
                <a:schemeClr val="dk1"/>
              </a:buClr>
              <a:buSzPts val="2000"/>
              <a:buNone/>
              <a:defRPr sz="2000" b="1"/>
            </a:lvl2pPr>
            <a:lvl3pPr marL="1371600" lvl="2" indent="-228600" algn="l" rtl="0">
              <a:spcBef>
                <a:spcPts val="360"/>
              </a:spcBef>
              <a:spcAft>
                <a:spcPts val="0"/>
              </a:spcAft>
              <a:buClr>
                <a:schemeClr val="dk1"/>
              </a:buClr>
              <a:buSzPts val="1800"/>
              <a:buNone/>
              <a:defRPr sz="1800" b="1"/>
            </a:lvl3pPr>
            <a:lvl4pPr marL="1828800" lvl="3" indent="-228600" algn="l" rtl="0">
              <a:spcBef>
                <a:spcPts val="320"/>
              </a:spcBef>
              <a:spcAft>
                <a:spcPts val="0"/>
              </a:spcAft>
              <a:buClr>
                <a:schemeClr val="dk1"/>
              </a:buClr>
              <a:buSzPts val="1600"/>
              <a:buNone/>
              <a:defRPr sz="1600" b="1"/>
            </a:lvl4pPr>
            <a:lvl5pPr marL="2286000" lvl="4" indent="-228600" algn="l" rtl="0">
              <a:spcBef>
                <a:spcPts val="320"/>
              </a:spcBef>
              <a:spcAft>
                <a:spcPts val="0"/>
              </a:spcAft>
              <a:buClr>
                <a:schemeClr val="dk1"/>
              </a:buClr>
              <a:buSzPts val="1600"/>
              <a:buNone/>
              <a:defRPr sz="1600" b="1"/>
            </a:lvl5pPr>
            <a:lvl6pPr marL="2743200" lvl="5" indent="-228600" algn="l" rtl="0">
              <a:spcBef>
                <a:spcPts val="320"/>
              </a:spcBef>
              <a:spcAft>
                <a:spcPts val="0"/>
              </a:spcAft>
              <a:buClr>
                <a:schemeClr val="dk1"/>
              </a:buClr>
              <a:buSzPts val="1600"/>
              <a:buNone/>
              <a:defRPr sz="1600" b="1"/>
            </a:lvl6pPr>
            <a:lvl7pPr marL="3200400" lvl="6" indent="-228600" algn="l" rtl="0">
              <a:spcBef>
                <a:spcPts val="320"/>
              </a:spcBef>
              <a:spcAft>
                <a:spcPts val="0"/>
              </a:spcAft>
              <a:buClr>
                <a:schemeClr val="dk1"/>
              </a:buClr>
              <a:buSzPts val="1600"/>
              <a:buNone/>
              <a:defRPr sz="1600" b="1"/>
            </a:lvl7pPr>
            <a:lvl8pPr marL="3657600" lvl="7" indent="-228600" algn="l" rtl="0">
              <a:spcBef>
                <a:spcPts val="320"/>
              </a:spcBef>
              <a:spcAft>
                <a:spcPts val="0"/>
              </a:spcAft>
              <a:buClr>
                <a:schemeClr val="dk1"/>
              </a:buClr>
              <a:buSzPts val="1600"/>
              <a:buNone/>
              <a:defRPr sz="1600" b="1"/>
            </a:lvl8pPr>
            <a:lvl9pPr marL="4114800" lvl="8" indent="-228600" algn="l" rtl="0">
              <a:spcBef>
                <a:spcPts val="320"/>
              </a:spcBef>
              <a:spcAft>
                <a:spcPts val="0"/>
              </a:spcAft>
              <a:buClr>
                <a:schemeClr val="dk1"/>
              </a:buClr>
              <a:buSzPts val="1600"/>
              <a:buNone/>
              <a:defRPr sz="1600" b="1"/>
            </a:lvl9pPr>
          </a:lstStyle>
          <a:p>
            <a:endParaRPr/>
          </a:p>
        </p:txBody>
      </p:sp>
      <p:sp>
        <p:nvSpPr>
          <p:cNvPr id="1048680" name="Google Shape;43;p6"/>
          <p:cNvSpPr txBox="1">
            <a:spLocks noGrp="1"/>
          </p:cNvSpPr>
          <p:nvPr>
            <p:ph type="body" idx="4"/>
          </p:nvPr>
        </p:nvSpPr>
        <p:spPr>
          <a:xfrm>
            <a:off x="6193369" y="2174875"/>
            <a:ext cx="5388900" cy="3951300"/>
          </a:xfrm>
          <a:prstGeom prst="rect">
            <a:avLst/>
          </a:prstGeom>
          <a:noFill/>
          <a:ln>
            <a:noFill/>
          </a:ln>
        </p:spPr>
        <p:txBody>
          <a:bodyPr spcFirstLastPara="1" wrap="square" lIns="91425" tIns="45700" rIns="91425" bIns="45700" anchor="t" anchorCtr="0">
            <a:normAutofit/>
          </a:bodyPr>
          <a:lstStyle>
            <a:lvl1pPr marL="457200" lvl="0" indent="-381000" algn="l" rtl="0">
              <a:spcBef>
                <a:spcPts val="480"/>
              </a:spcBef>
              <a:spcAft>
                <a:spcPts val="0"/>
              </a:spcAft>
              <a:buClr>
                <a:schemeClr val="dk1"/>
              </a:buClr>
              <a:buSzPts val="2400"/>
              <a:buChar char="•"/>
              <a:defRPr sz="2400"/>
            </a:lvl1pPr>
            <a:lvl2pPr marL="914400" lvl="1" indent="-355600" algn="l" rtl="0">
              <a:spcBef>
                <a:spcPts val="400"/>
              </a:spcBef>
              <a:spcAft>
                <a:spcPts val="0"/>
              </a:spcAft>
              <a:buClr>
                <a:schemeClr val="dk1"/>
              </a:buClr>
              <a:buSzPts val="2000"/>
              <a:buChar char="–"/>
              <a:defRPr sz="2000"/>
            </a:lvl2pPr>
            <a:lvl3pPr marL="1371600" lvl="2" indent="-342900" algn="l" rtl="0">
              <a:spcBef>
                <a:spcPts val="360"/>
              </a:spcBef>
              <a:spcAft>
                <a:spcPts val="0"/>
              </a:spcAft>
              <a:buClr>
                <a:schemeClr val="dk1"/>
              </a:buClr>
              <a:buSzPts val="1800"/>
              <a:buChar char="•"/>
              <a:defRPr sz="1800"/>
            </a:lvl3pPr>
            <a:lvl4pPr marL="1828800" lvl="3" indent="-330200" algn="l" rtl="0">
              <a:spcBef>
                <a:spcPts val="320"/>
              </a:spcBef>
              <a:spcAft>
                <a:spcPts val="0"/>
              </a:spcAft>
              <a:buClr>
                <a:schemeClr val="dk1"/>
              </a:buClr>
              <a:buSzPts val="1600"/>
              <a:buChar char="–"/>
              <a:defRPr sz="1600"/>
            </a:lvl4pPr>
            <a:lvl5pPr marL="2286000" lvl="4" indent="-330200" algn="l" rtl="0">
              <a:spcBef>
                <a:spcPts val="320"/>
              </a:spcBef>
              <a:spcAft>
                <a:spcPts val="0"/>
              </a:spcAft>
              <a:buClr>
                <a:schemeClr val="dk1"/>
              </a:buClr>
              <a:buSzPts val="1600"/>
              <a:buChar char="»"/>
              <a:defRPr sz="1600"/>
            </a:lvl5pPr>
            <a:lvl6pPr marL="2743200" lvl="5" indent="-330200" algn="l" rtl="0">
              <a:spcBef>
                <a:spcPts val="320"/>
              </a:spcBef>
              <a:spcAft>
                <a:spcPts val="0"/>
              </a:spcAft>
              <a:buClr>
                <a:schemeClr val="dk1"/>
              </a:buClr>
              <a:buSzPts val="1600"/>
              <a:buChar char="•"/>
              <a:defRPr sz="1600"/>
            </a:lvl6pPr>
            <a:lvl7pPr marL="3200400" lvl="6" indent="-330200" algn="l" rtl="0">
              <a:spcBef>
                <a:spcPts val="320"/>
              </a:spcBef>
              <a:spcAft>
                <a:spcPts val="0"/>
              </a:spcAft>
              <a:buClr>
                <a:schemeClr val="dk1"/>
              </a:buClr>
              <a:buSzPts val="1600"/>
              <a:buChar char="•"/>
              <a:defRPr sz="1600"/>
            </a:lvl7pPr>
            <a:lvl8pPr marL="3657600" lvl="7" indent="-330200" algn="l" rtl="0">
              <a:spcBef>
                <a:spcPts val="320"/>
              </a:spcBef>
              <a:spcAft>
                <a:spcPts val="0"/>
              </a:spcAft>
              <a:buClr>
                <a:schemeClr val="dk1"/>
              </a:buClr>
              <a:buSzPts val="1600"/>
              <a:buChar char="•"/>
              <a:defRPr sz="1600"/>
            </a:lvl8pPr>
            <a:lvl9pPr marL="4114800" lvl="8" indent="-330200" algn="l" rtl="0">
              <a:spcBef>
                <a:spcPts val="320"/>
              </a:spcBef>
              <a:spcAft>
                <a:spcPts val="0"/>
              </a:spcAft>
              <a:buClr>
                <a:schemeClr val="dk1"/>
              </a:buClr>
              <a:buSzPts val="1600"/>
              <a:buChar char="•"/>
              <a:defRPr sz="1600"/>
            </a:lvl9pPr>
          </a:lstStyle>
          <a:p>
            <a:endParaRPr/>
          </a:p>
        </p:txBody>
      </p:sp>
      <p:sp>
        <p:nvSpPr>
          <p:cNvPr id="1048681" name="Google Shape;44;p6"/>
          <p:cNvSpPr txBox="1">
            <a:spLocks noGrp="1"/>
          </p:cNvSpPr>
          <p:nvPr>
            <p:ph type="dt" idx="10"/>
          </p:nvPr>
        </p:nvSpPr>
        <p:spPr>
          <a:xfrm>
            <a:off x="609600" y="6356353"/>
            <a:ext cx="28449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lvl1pPr>
            <a:lvl2pPr lvl="1" algn="l" rtl="0">
              <a:spcBef>
                <a:spcPts val="0"/>
              </a:spcBef>
              <a:spcAft>
                <a:spcPts val="0"/>
              </a:spcAft>
              <a:buSzPts val="1400"/>
              <a:buNone/>
            </a:lvl2pPr>
            <a:lvl3pPr lvl="2" algn="l" rtl="0">
              <a:spcBef>
                <a:spcPts val="0"/>
              </a:spcBef>
              <a:spcAft>
                <a:spcPts val="0"/>
              </a:spcAft>
              <a:buSzPts val="1400"/>
              <a:buNone/>
            </a:lvl3pPr>
            <a:lvl4pPr lvl="3" algn="l" rtl="0">
              <a:spcBef>
                <a:spcPts val="0"/>
              </a:spcBef>
              <a:spcAft>
                <a:spcPts val="0"/>
              </a:spcAft>
              <a:buSzPts val="1400"/>
              <a:buNone/>
            </a:lvl4pPr>
            <a:lvl5pPr lvl="4" algn="l" rtl="0">
              <a:spcBef>
                <a:spcPts val="0"/>
              </a:spcBef>
              <a:spcAft>
                <a:spcPts val="0"/>
              </a:spcAft>
              <a:buSzPts val="1400"/>
              <a:buNone/>
            </a:lvl5pPr>
            <a:lvl6pPr lvl="5" algn="l" rtl="0">
              <a:spcBef>
                <a:spcPts val="0"/>
              </a:spcBef>
              <a:spcAft>
                <a:spcPts val="0"/>
              </a:spcAft>
              <a:buSzPts val="1400"/>
              <a:buNone/>
            </a:lvl6pPr>
            <a:lvl7pPr lvl="6" algn="l" rtl="0">
              <a:spcBef>
                <a:spcPts val="0"/>
              </a:spcBef>
              <a:spcAft>
                <a:spcPts val="0"/>
              </a:spcAft>
              <a:buSzPts val="1400"/>
              <a:buNone/>
            </a:lvl7pPr>
            <a:lvl8pPr lvl="7" algn="l" rtl="0">
              <a:spcBef>
                <a:spcPts val="0"/>
              </a:spcBef>
              <a:spcAft>
                <a:spcPts val="0"/>
              </a:spcAft>
              <a:buSzPts val="1400"/>
              <a:buNone/>
            </a:lvl8pPr>
            <a:lvl9pPr lvl="8" algn="l" rtl="0">
              <a:spcBef>
                <a:spcPts val="0"/>
              </a:spcBef>
              <a:spcAft>
                <a:spcPts val="0"/>
              </a:spcAft>
              <a:buSzPts val="1400"/>
              <a:buNone/>
            </a:lvl9pPr>
          </a:lstStyle>
          <a:p>
            <a:endParaRPr/>
          </a:p>
        </p:txBody>
      </p:sp>
      <p:sp>
        <p:nvSpPr>
          <p:cNvPr id="1048682" name="Google Shape;45;p6"/>
          <p:cNvSpPr txBox="1">
            <a:spLocks noGrp="1"/>
          </p:cNvSpPr>
          <p:nvPr>
            <p:ph type="ftr" idx="11"/>
          </p:nvPr>
        </p:nvSpPr>
        <p:spPr>
          <a:xfrm>
            <a:off x="4165600" y="6356353"/>
            <a:ext cx="38607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lvl1pPr>
            <a:lvl2pPr lvl="1" algn="l" rtl="0">
              <a:spcBef>
                <a:spcPts val="0"/>
              </a:spcBef>
              <a:spcAft>
                <a:spcPts val="0"/>
              </a:spcAft>
              <a:buSzPts val="1400"/>
              <a:buNone/>
            </a:lvl2pPr>
            <a:lvl3pPr lvl="2" algn="l" rtl="0">
              <a:spcBef>
                <a:spcPts val="0"/>
              </a:spcBef>
              <a:spcAft>
                <a:spcPts val="0"/>
              </a:spcAft>
              <a:buSzPts val="1400"/>
              <a:buNone/>
            </a:lvl3pPr>
            <a:lvl4pPr lvl="3" algn="l" rtl="0">
              <a:spcBef>
                <a:spcPts val="0"/>
              </a:spcBef>
              <a:spcAft>
                <a:spcPts val="0"/>
              </a:spcAft>
              <a:buSzPts val="1400"/>
              <a:buNone/>
            </a:lvl4pPr>
            <a:lvl5pPr lvl="4" algn="l" rtl="0">
              <a:spcBef>
                <a:spcPts val="0"/>
              </a:spcBef>
              <a:spcAft>
                <a:spcPts val="0"/>
              </a:spcAft>
              <a:buSzPts val="1400"/>
              <a:buNone/>
            </a:lvl5pPr>
            <a:lvl6pPr lvl="5" algn="l" rtl="0">
              <a:spcBef>
                <a:spcPts val="0"/>
              </a:spcBef>
              <a:spcAft>
                <a:spcPts val="0"/>
              </a:spcAft>
              <a:buSzPts val="1400"/>
              <a:buNone/>
            </a:lvl6pPr>
            <a:lvl7pPr lvl="6" algn="l" rtl="0">
              <a:spcBef>
                <a:spcPts val="0"/>
              </a:spcBef>
              <a:spcAft>
                <a:spcPts val="0"/>
              </a:spcAft>
              <a:buSzPts val="1400"/>
              <a:buNone/>
            </a:lvl7pPr>
            <a:lvl8pPr lvl="7" algn="l" rtl="0">
              <a:spcBef>
                <a:spcPts val="0"/>
              </a:spcBef>
              <a:spcAft>
                <a:spcPts val="0"/>
              </a:spcAft>
              <a:buSzPts val="1400"/>
              <a:buNone/>
            </a:lvl8pPr>
            <a:lvl9pPr lvl="8" algn="l" rtl="0">
              <a:spcBef>
                <a:spcPts val="0"/>
              </a:spcBef>
              <a:spcAft>
                <a:spcPts val="0"/>
              </a:spcAft>
              <a:buSzPts val="1400"/>
              <a:buNone/>
            </a:lvl9pPr>
          </a:lstStyle>
          <a:p>
            <a:endParaRPr/>
          </a:p>
        </p:txBody>
      </p:sp>
      <p:sp>
        <p:nvSpPr>
          <p:cNvPr id="1048683" name="Google Shape;46;p6"/>
          <p:cNvSpPr txBox="1">
            <a:spLocks noGrp="1"/>
          </p:cNvSpPr>
          <p:nvPr>
            <p:ph type="sldNum" idx="12"/>
          </p:nvPr>
        </p:nvSpPr>
        <p:spPr>
          <a:xfrm>
            <a:off x="8737600" y="6356353"/>
            <a:ext cx="28449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lvl1pPr>
            <a:lvl2pPr marL="0" lvl="1" indent="0" algn="r" rtl="0">
              <a:spcBef>
                <a:spcPts val="0"/>
              </a:spcBef>
              <a:buNone/>
            </a:lvl2pPr>
            <a:lvl3pPr marL="0" lvl="2" indent="0" algn="r" rtl="0">
              <a:spcBef>
                <a:spcPts val="0"/>
              </a:spcBef>
              <a:buNone/>
            </a:lvl3pPr>
            <a:lvl4pPr marL="0" lvl="3" indent="0" algn="r" rtl="0">
              <a:spcBef>
                <a:spcPts val="0"/>
              </a:spcBef>
              <a:buNone/>
            </a:lvl4pPr>
            <a:lvl5pPr marL="0" lvl="4" indent="0" algn="r" rtl="0">
              <a:spcBef>
                <a:spcPts val="0"/>
              </a:spcBef>
              <a:buNone/>
            </a:lvl5pPr>
            <a:lvl6pPr marL="0" lvl="5" indent="0" algn="r" rtl="0">
              <a:spcBef>
                <a:spcPts val="0"/>
              </a:spcBef>
              <a:buNone/>
            </a:lvl6pPr>
            <a:lvl7pPr marL="0" lvl="6" indent="0" algn="r" rtl="0">
              <a:spcBef>
                <a:spcPts val="0"/>
              </a:spcBef>
              <a:buNone/>
            </a:lvl7pPr>
            <a:lvl8pPr marL="0" lvl="7" indent="0" algn="r" rtl="0">
              <a:spcBef>
                <a:spcPts val="0"/>
              </a:spcBef>
              <a:buNone/>
            </a:lvl8pPr>
            <a:lvl9pPr marL="0" lvl="8" indent="0" algn="r" rtl="0">
              <a:spcBef>
                <a:spcPts val="0"/>
              </a:spcBef>
              <a:buNone/>
            </a:lvl9pPr>
          </a:lstStyle>
          <a:p>
            <a:pPr marL="0" lvl="0" indent="0" algn="r" rtl="0">
              <a:spcBef>
                <a:spcPts val="0"/>
              </a:spcBef>
              <a:spcAft>
                <a:spcPts val="0"/>
              </a:spcAft>
              <a:buNone/>
            </a:pPr>
            <a:fld id="{00000000-1234-1234-1234-123412341234}" type="slidenum">
              <a:rPr lang="en-GB"/>
              <a:t>‹#›</a:t>
            </a:fld>
            <a:endParaRPr lang="en-GB"/>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47"/>
        <p:cNvGrpSpPr/>
        <p:nvPr/>
      </p:nvGrpSpPr>
      <p:grpSpPr>
        <a:xfrm>
          <a:off x="0" y="0"/>
          <a:ext cx="0" cy="0"/>
          <a:chOff x="0" y="0"/>
          <a:chExt cx="0" cy="0"/>
        </a:xfrm>
      </p:grpSpPr>
      <p:sp>
        <p:nvSpPr>
          <p:cNvPr id="1048645" name="Google Shape;48;p7"/>
          <p:cNvSpPr txBox="1">
            <a:spLocks noGrp="1"/>
          </p:cNvSpPr>
          <p:nvPr>
            <p:ph type="title"/>
          </p:nvPr>
        </p:nvSpPr>
        <p:spPr>
          <a:xfrm>
            <a:off x="3860800" y="274638"/>
            <a:ext cx="7721700" cy="4875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Clr>
                <a:srgbClr val="FF0000"/>
              </a:buClr>
              <a:buSzPts val="1800"/>
              <a:buNone/>
            </a:lvl1pPr>
            <a:lvl2pPr lvl="1" rtl="0">
              <a:spcBef>
                <a:spcPts val="0"/>
              </a:spcBef>
              <a:spcAft>
                <a:spcPts val="0"/>
              </a:spcAft>
              <a:buSzPts val="1400"/>
              <a:buNone/>
            </a:lvl2pPr>
            <a:lvl3pPr lvl="2" rtl="0">
              <a:spcBef>
                <a:spcPts val="0"/>
              </a:spcBef>
              <a:spcAft>
                <a:spcPts val="0"/>
              </a:spcAft>
              <a:buSzPts val="1400"/>
              <a:buNone/>
            </a:lvl3pPr>
            <a:lvl4pPr lvl="3" rtl="0">
              <a:spcBef>
                <a:spcPts val="0"/>
              </a:spcBef>
              <a:spcAft>
                <a:spcPts val="0"/>
              </a:spcAft>
              <a:buSzPts val="1400"/>
              <a:buNone/>
            </a:lvl4pPr>
            <a:lvl5pPr lvl="4" rtl="0">
              <a:spcBef>
                <a:spcPts val="0"/>
              </a:spcBef>
              <a:spcAft>
                <a:spcPts val="0"/>
              </a:spcAft>
              <a:buSzPts val="1400"/>
              <a:buNone/>
            </a:lvl5pPr>
            <a:lvl6pPr lvl="5" rtl="0">
              <a:spcBef>
                <a:spcPts val="0"/>
              </a:spcBef>
              <a:spcAft>
                <a:spcPts val="0"/>
              </a:spcAft>
              <a:buSzPts val="1400"/>
              <a:buNone/>
            </a:lvl6pPr>
            <a:lvl7pPr lvl="6" rtl="0">
              <a:spcBef>
                <a:spcPts val="0"/>
              </a:spcBef>
              <a:spcAft>
                <a:spcPts val="0"/>
              </a:spcAft>
              <a:buSzPts val="1400"/>
              <a:buNone/>
            </a:lvl7pPr>
            <a:lvl8pPr lvl="7" rtl="0">
              <a:spcBef>
                <a:spcPts val="0"/>
              </a:spcBef>
              <a:spcAft>
                <a:spcPts val="0"/>
              </a:spcAft>
              <a:buSzPts val="1400"/>
              <a:buNone/>
            </a:lvl8pPr>
            <a:lvl9pPr lvl="8" rtl="0">
              <a:spcBef>
                <a:spcPts val="0"/>
              </a:spcBef>
              <a:spcAft>
                <a:spcPts val="0"/>
              </a:spcAft>
              <a:buSzPts val="1400"/>
              <a:buNone/>
            </a:lvl9pPr>
          </a:lstStyle>
          <a:p>
            <a:endParaRPr/>
          </a:p>
        </p:txBody>
      </p:sp>
      <p:sp>
        <p:nvSpPr>
          <p:cNvPr id="1048646" name="Google Shape;49;p7"/>
          <p:cNvSpPr txBox="1">
            <a:spLocks noGrp="1"/>
          </p:cNvSpPr>
          <p:nvPr>
            <p:ph type="dt" idx="10"/>
          </p:nvPr>
        </p:nvSpPr>
        <p:spPr>
          <a:xfrm>
            <a:off x="609600" y="6356353"/>
            <a:ext cx="28449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lvl1pPr>
            <a:lvl2pPr lvl="1" algn="l" rtl="0">
              <a:spcBef>
                <a:spcPts val="0"/>
              </a:spcBef>
              <a:spcAft>
                <a:spcPts val="0"/>
              </a:spcAft>
              <a:buSzPts val="1400"/>
              <a:buNone/>
            </a:lvl2pPr>
            <a:lvl3pPr lvl="2" algn="l" rtl="0">
              <a:spcBef>
                <a:spcPts val="0"/>
              </a:spcBef>
              <a:spcAft>
                <a:spcPts val="0"/>
              </a:spcAft>
              <a:buSzPts val="1400"/>
              <a:buNone/>
            </a:lvl3pPr>
            <a:lvl4pPr lvl="3" algn="l" rtl="0">
              <a:spcBef>
                <a:spcPts val="0"/>
              </a:spcBef>
              <a:spcAft>
                <a:spcPts val="0"/>
              </a:spcAft>
              <a:buSzPts val="1400"/>
              <a:buNone/>
            </a:lvl4pPr>
            <a:lvl5pPr lvl="4" algn="l" rtl="0">
              <a:spcBef>
                <a:spcPts val="0"/>
              </a:spcBef>
              <a:spcAft>
                <a:spcPts val="0"/>
              </a:spcAft>
              <a:buSzPts val="1400"/>
              <a:buNone/>
            </a:lvl5pPr>
            <a:lvl6pPr lvl="5" algn="l" rtl="0">
              <a:spcBef>
                <a:spcPts val="0"/>
              </a:spcBef>
              <a:spcAft>
                <a:spcPts val="0"/>
              </a:spcAft>
              <a:buSzPts val="1400"/>
              <a:buNone/>
            </a:lvl6pPr>
            <a:lvl7pPr lvl="6" algn="l" rtl="0">
              <a:spcBef>
                <a:spcPts val="0"/>
              </a:spcBef>
              <a:spcAft>
                <a:spcPts val="0"/>
              </a:spcAft>
              <a:buSzPts val="1400"/>
              <a:buNone/>
            </a:lvl7pPr>
            <a:lvl8pPr lvl="7" algn="l" rtl="0">
              <a:spcBef>
                <a:spcPts val="0"/>
              </a:spcBef>
              <a:spcAft>
                <a:spcPts val="0"/>
              </a:spcAft>
              <a:buSzPts val="1400"/>
              <a:buNone/>
            </a:lvl8pPr>
            <a:lvl9pPr lvl="8" algn="l" rtl="0">
              <a:spcBef>
                <a:spcPts val="0"/>
              </a:spcBef>
              <a:spcAft>
                <a:spcPts val="0"/>
              </a:spcAft>
              <a:buSzPts val="1400"/>
              <a:buNone/>
            </a:lvl9pPr>
          </a:lstStyle>
          <a:p>
            <a:endParaRPr/>
          </a:p>
        </p:txBody>
      </p:sp>
      <p:sp>
        <p:nvSpPr>
          <p:cNvPr id="1048647" name="Google Shape;50;p7"/>
          <p:cNvSpPr txBox="1">
            <a:spLocks noGrp="1"/>
          </p:cNvSpPr>
          <p:nvPr>
            <p:ph type="ftr" idx="11"/>
          </p:nvPr>
        </p:nvSpPr>
        <p:spPr>
          <a:xfrm>
            <a:off x="4165600" y="6356353"/>
            <a:ext cx="38607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lvl1pPr>
            <a:lvl2pPr lvl="1" algn="l" rtl="0">
              <a:spcBef>
                <a:spcPts val="0"/>
              </a:spcBef>
              <a:spcAft>
                <a:spcPts val="0"/>
              </a:spcAft>
              <a:buSzPts val="1400"/>
              <a:buNone/>
            </a:lvl2pPr>
            <a:lvl3pPr lvl="2" algn="l" rtl="0">
              <a:spcBef>
                <a:spcPts val="0"/>
              </a:spcBef>
              <a:spcAft>
                <a:spcPts val="0"/>
              </a:spcAft>
              <a:buSzPts val="1400"/>
              <a:buNone/>
            </a:lvl3pPr>
            <a:lvl4pPr lvl="3" algn="l" rtl="0">
              <a:spcBef>
                <a:spcPts val="0"/>
              </a:spcBef>
              <a:spcAft>
                <a:spcPts val="0"/>
              </a:spcAft>
              <a:buSzPts val="1400"/>
              <a:buNone/>
            </a:lvl4pPr>
            <a:lvl5pPr lvl="4" algn="l" rtl="0">
              <a:spcBef>
                <a:spcPts val="0"/>
              </a:spcBef>
              <a:spcAft>
                <a:spcPts val="0"/>
              </a:spcAft>
              <a:buSzPts val="1400"/>
              <a:buNone/>
            </a:lvl5pPr>
            <a:lvl6pPr lvl="5" algn="l" rtl="0">
              <a:spcBef>
                <a:spcPts val="0"/>
              </a:spcBef>
              <a:spcAft>
                <a:spcPts val="0"/>
              </a:spcAft>
              <a:buSzPts val="1400"/>
              <a:buNone/>
            </a:lvl6pPr>
            <a:lvl7pPr lvl="6" algn="l" rtl="0">
              <a:spcBef>
                <a:spcPts val="0"/>
              </a:spcBef>
              <a:spcAft>
                <a:spcPts val="0"/>
              </a:spcAft>
              <a:buSzPts val="1400"/>
              <a:buNone/>
            </a:lvl7pPr>
            <a:lvl8pPr lvl="7" algn="l" rtl="0">
              <a:spcBef>
                <a:spcPts val="0"/>
              </a:spcBef>
              <a:spcAft>
                <a:spcPts val="0"/>
              </a:spcAft>
              <a:buSzPts val="1400"/>
              <a:buNone/>
            </a:lvl8pPr>
            <a:lvl9pPr lvl="8" algn="l" rtl="0">
              <a:spcBef>
                <a:spcPts val="0"/>
              </a:spcBef>
              <a:spcAft>
                <a:spcPts val="0"/>
              </a:spcAft>
              <a:buSzPts val="1400"/>
              <a:buNone/>
            </a:lvl9pPr>
          </a:lstStyle>
          <a:p>
            <a:endParaRPr/>
          </a:p>
        </p:txBody>
      </p:sp>
      <p:sp>
        <p:nvSpPr>
          <p:cNvPr id="1048648" name="Google Shape;51;p7"/>
          <p:cNvSpPr txBox="1">
            <a:spLocks noGrp="1"/>
          </p:cNvSpPr>
          <p:nvPr>
            <p:ph type="sldNum" idx="12"/>
          </p:nvPr>
        </p:nvSpPr>
        <p:spPr>
          <a:xfrm>
            <a:off x="8737600" y="6356353"/>
            <a:ext cx="28449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lvl1pPr>
            <a:lvl2pPr marL="0" lvl="1" indent="0" algn="r" rtl="0">
              <a:spcBef>
                <a:spcPts val="0"/>
              </a:spcBef>
              <a:buNone/>
            </a:lvl2pPr>
            <a:lvl3pPr marL="0" lvl="2" indent="0" algn="r" rtl="0">
              <a:spcBef>
                <a:spcPts val="0"/>
              </a:spcBef>
              <a:buNone/>
            </a:lvl3pPr>
            <a:lvl4pPr marL="0" lvl="3" indent="0" algn="r" rtl="0">
              <a:spcBef>
                <a:spcPts val="0"/>
              </a:spcBef>
              <a:buNone/>
            </a:lvl4pPr>
            <a:lvl5pPr marL="0" lvl="4" indent="0" algn="r" rtl="0">
              <a:spcBef>
                <a:spcPts val="0"/>
              </a:spcBef>
              <a:buNone/>
            </a:lvl5pPr>
            <a:lvl6pPr marL="0" lvl="5" indent="0" algn="r" rtl="0">
              <a:spcBef>
                <a:spcPts val="0"/>
              </a:spcBef>
              <a:buNone/>
            </a:lvl6pPr>
            <a:lvl7pPr marL="0" lvl="6" indent="0" algn="r" rtl="0">
              <a:spcBef>
                <a:spcPts val="0"/>
              </a:spcBef>
              <a:buNone/>
            </a:lvl7pPr>
            <a:lvl8pPr marL="0" lvl="7" indent="0" algn="r" rtl="0">
              <a:spcBef>
                <a:spcPts val="0"/>
              </a:spcBef>
              <a:buNone/>
            </a:lvl8pPr>
            <a:lvl9pPr marL="0" lvl="8" indent="0" algn="r" rtl="0">
              <a:spcBef>
                <a:spcPts val="0"/>
              </a:spcBef>
              <a:buNone/>
            </a:lvl9pPr>
          </a:lstStyle>
          <a:p>
            <a:pPr marL="0" lvl="0" indent="0" algn="r" rtl="0">
              <a:spcBef>
                <a:spcPts val="0"/>
              </a:spcBef>
              <a:spcAft>
                <a:spcPts val="0"/>
              </a:spcAft>
              <a:buNone/>
            </a:pPr>
            <a:fld id="{00000000-1234-1234-1234-123412341234}" type="slidenum">
              <a:rPr lang="en-GB"/>
              <a:t>‹#›</a:t>
            </a:fld>
            <a:endParaRPr lang="en-GB"/>
          </a:p>
        </p:txBody>
      </p:sp>
      <p:pic>
        <p:nvPicPr>
          <p:cNvPr id="2097155" name="Google Shape;52;p7" descr="C:\Users\AMMU\Desktop\Border.png"/>
          <p:cNvPicPr preferRelativeResize="0">
            <a:picLocks/>
          </p:cNvPicPr>
          <p:nvPr/>
        </p:nvPicPr>
        <p:blipFill rotWithShape="1">
          <a:blip r:embed="rId2">
            <a:alphaModFix/>
          </a:blip>
          <a:srcRect/>
          <a:stretch>
            <a:fillRect/>
          </a:stretch>
        </p:blipFill>
        <p:spPr>
          <a:xfrm>
            <a:off x="2505209" y="139874"/>
            <a:ext cx="9686793" cy="698326"/>
          </a:xfrm>
          <a:prstGeom prst="rect">
            <a:avLst/>
          </a:prstGeom>
          <a:noFill/>
          <a:ln>
            <a:noFill/>
          </a:ln>
        </p:spPr>
      </p:pic>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53"/>
        <p:cNvGrpSpPr/>
        <p:nvPr/>
      </p:nvGrpSpPr>
      <p:grpSpPr>
        <a:xfrm>
          <a:off x="0" y="0"/>
          <a:ext cx="0" cy="0"/>
          <a:chOff x="0" y="0"/>
          <a:chExt cx="0" cy="0"/>
        </a:xfrm>
      </p:grpSpPr>
      <p:sp>
        <p:nvSpPr>
          <p:cNvPr id="1048684" name="Google Shape;54;p8"/>
          <p:cNvSpPr txBox="1">
            <a:spLocks noGrp="1"/>
          </p:cNvSpPr>
          <p:nvPr>
            <p:ph type="dt" idx="10"/>
          </p:nvPr>
        </p:nvSpPr>
        <p:spPr>
          <a:xfrm>
            <a:off x="609600" y="6356353"/>
            <a:ext cx="28449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lvl1pPr>
            <a:lvl2pPr lvl="1" algn="l" rtl="0">
              <a:spcBef>
                <a:spcPts val="0"/>
              </a:spcBef>
              <a:spcAft>
                <a:spcPts val="0"/>
              </a:spcAft>
              <a:buSzPts val="1400"/>
              <a:buNone/>
            </a:lvl2pPr>
            <a:lvl3pPr lvl="2" algn="l" rtl="0">
              <a:spcBef>
                <a:spcPts val="0"/>
              </a:spcBef>
              <a:spcAft>
                <a:spcPts val="0"/>
              </a:spcAft>
              <a:buSzPts val="1400"/>
              <a:buNone/>
            </a:lvl3pPr>
            <a:lvl4pPr lvl="3" algn="l" rtl="0">
              <a:spcBef>
                <a:spcPts val="0"/>
              </a:spcBef>
              <a:spcAft>
                <a:spcPts val="0"/>
              </a:spcAft>
              <a:buSzPts val="1400"/>
              <a:buNone/>
            </a:lvl4pPr>
            <a:lvl5pPr lvl="4" algn="l" rtl="0">
              <a:spcBef>
                <a:spcPts val="0"/>
              </a:spcBef>
              <a:spcAft>
                <a:spcPts val="0"/>
              </a:spcAft>
              <a:buSzPts val="1400"/>
              <a:buNone/>
            </a:lvl5pPr>
            <a:lvl6pPr lvl="5" algn="l" rtl="0">
              <a:spcBef>
                <a:spcPts val="0"/>
              </a:spcBef>
              <a:spcAft>
                <a:spcPts val="0"/>
              </a:spcAft>
              <a:buSzPts val="1400"/>
              <a:buNone/>
            </a:lvl6pPr>
            <a:lvl7pPr lvl="6" algn="l" rtl="0">
              <a:spcBef>
                <a:spcPts val="0"/>
              </a:spcBef>
              <a:spcAft>
                <a:spcPts val="0"/>
              </a:spcAft>
              <a:buSzPts val="1400"/>
              <a:buNone/>
            </a:lvl7pPr>
            <a:lvl8pPr lvl="7" algn="l" rtl="0">
              <a:spcBef>
                <a:spcPts val="0"/>
              </a:spcBef>
              <a:spcAft>
                <a:spcPts val="0"/>
              </a:spcAft>
              <a:buSzPts val="1400"/>
              <a:buNone/>
            </a:lvl8pPr>
            <a:lvl9pPr lvl="8" algn="l" rtl="0">
              <a:spcBef>
                <a:spcPts val="0"/>
              </a:spcBef>
              <a:spcAft>
                <a:spcPts val="0"/>
              </a:spcAft>
              <a:buSzPts val="1400"/>
              <a:buNone/>
            </a:lvl9pPr>
          </a:lstStyle>
          <a:p>
            <a:endParaRPr/>
          </a:p>
        </p:txBody>
      </p:sp>
      <p:sp>
        <p:nvSpPr>
          <p:cNvPr id="1048685" name="Google Shape;55;p8"/>
          <p:cNvSpPr txBox="1">
            <a:spLocks noGrp="1"/>
          </p:cNvSpPr>
          <p:nvPr>
            <p:ph type="ftr" idx="11"/>
          </p:nvPr>
        </p:nvSpPr>
        <p:spPr>
          <a:xfrm>
            <a:off x="4165600" y="6356353"/>
            <a:ext cx="38607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lvl1pPr>
            <a:lvl2pPr lvl="1" algn="l" rtl="0">
              <a:spcBef>
                <a:spcPts val="0"/>
              </a:spcBef>
              <a:spcAft>
                <a:spcPts val="0"/>
              </a:spcAft>
              <a:buSzPts val="1400"/>
              <a:buNone/>
            </a:lvl2pPr>
            <a:lvl3pPr lvl="2" algn="l" rtl="0">
              <a:spcBef>
                <a:spcPts val="0"/>
              </a:spcBef>
              <a:spcAft>
                <a:spcPts val="0"/>
              </a:spcAft>
              <a:buSzPts val="1400"/>
              <a:buNone/>
            </a:lvl3pPr>
            <a:lvl4pPr lvl="3" algn="l" rtl="0">
              <a:spcBef>
                <a:spcPts val="0"/>
              </a:spcBef>
              <a:spcAft>
                <a:spcPts val="0"/>
              </a:spcAft>
              <a:buSzPts val="1400"/>
              <a:buNone/>
            </a:lvl4pPr>
            <a:lvl5pPr lvl="4" algn="l" rtl="0">
              <a:spcBef>
                <a:spcPts val="0"/>
              </a:spcBef>
              <a:spcAft>
                <a:spcPts val="0"/>
              </a:spcAft>
              <a:buSzPts val="1400"/>
              <a:buNone/>
            </a:lvl5pPr>
            <a:lvl6pPr lvl="5" algn="l" rtl="0">
              <a:spcBef>
                <a:spcPts val="0"/>
              </a:spcBef>
              <a:spcAft>
                <a:spcPts val="0"/>
              </a:spcAft>
              <a:buSzPts val="1400"/>
              <a:buNone/>
            </a:lvl6pPr>
            <a:lvl7pPr lvl="6" algn="l" rtl="0">
              <a:spcBef>
                <a:spcPts val="0"/>
              </a:spcBef>
              <a:spcAft>
                <a:spcPts val="0"/>
              </a:spcAft>
              <a:buSzPts val="1400"/>
              <a:buNone/>
            </a:lvl7pPr>
            <a:lvl8pPr lvl="7" algn="l" rtl="0">
              <a:spcBef>
                <a:spcPts val="0"/>
              </a:spcBef>
              <a:spcAft>
                <a:spcPts val="0"/>
              </a:spcAft>
              <a:buSzPts val="1400"/>
              <a:buNone/>
            </a:lvl8pPr>
            <a:lvl9pPr lvl="8" algn="l" rtl="0">
              <a:spcBef>
                <a:spcPts val="0"/>
              </a:spcBef>
              <a:spcAft>
                <a:spcPts val="0"/>
              </a:spcAft>
              <a:buSzPts val="1400"/>
              <a:buNone/>
            </a:lvl9pPr>
          </a:lstStyle>
          <a:p>
            <a:endParaRPr/>
          </a:p>
        </p:txBody>
      </p:sp>
      <p:sp>
        <p:nvSpPr>
          <p:cNvPr id="1048686" name="Google Shape;56;p8"/>
          <p:cNvSpPr txBox="1">
            <a:spLocks noGrp="1"/>
          </p:cNvSpPr>
          <p:nvPr>
            <p:ph type="sldNum" idx="12"/>
          </p:nvPr>
        </p:nvSpPr>
        <p:spPr>
          <a:xfrm>
            <a:off x="8737600" y="6356353"/>
            <a:ext cx="28449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lvl1pPr>
            <a:lvl2pPr marL="0" lvl="1" indent="0" algn="r" rtl="0">
              <a:spcBef>
                <a:spcPts val="0"/>
              </a:spcBef>
              <a:buNone/>
            </a:lvl2pPr>
            <a:lvl3pPr marL="0" lvl="2" indent="0" algn="r" rtl="0">
              <a:spcBef>
                <a:spcPts val="0"/>
              </a:spcBef>
              <a:buNone/>
            </a:lvl3pPr>
            <a:lvl4pPr marL="0" lvl="3" indent="0" algn="r" rtl="0">
              <a:spcBef>
                <a:spcPts val="0"/>
              </a:spcBef>
              <a:buNone/>
            </a:lvl4pPr>
            <a:lvl5pPr marL="0" lvl="4" indent="0" algn="r" rtl="0">
              <a:spcBef>
                <a:spcPts val="0"/>
              </a:spcBef>
              <a:buNone/>
            </a:lvl5pPr>
            <a:lvl6pPr marL="0" lvl="5" indent="0" algn="r" rtl="0">
              <a:spcBef>
                <a:spcPts val="0"/>
              </a:spcBef>
              <a:buNone/>
            </a:lvl6pPr>
            <a:lvl7pPr marL="0" lvl="6" indent="0" algn="r" rtl="0">
              <a:spcBef>
                <a:spcPts val="0"/>
              </a:spcBef>
              <a:buNone/>
            </a:lvl7pPr>
            <a:lvl8pPr marL="0" lvl="7" indent="0" algn="r" rtl="0">
              <a:spcBef>
                <a:spcPts val="0"/>
              </a:spcBef>
              <a:buNone/>
            </a:lvl8pPr>
            <a:lvl9pPr marL="0" lvl="8" indent="0" algn="r" rtl="0">
              <a:spcBef>
                <a:spcPts val="0"/>
              </a:spcBef>
              <a:buNone/>
            </a:lvl9pPr>
          </a:lstStyle>
          <a:p>
            <a:pPr marL="0" lvl="0" indent="0" algn="r" rtl="0">
              <a:spcBef>
                <a:spcPts val="0"/>
              </a:spcBef>
              <a:spcAft>
                <a:spcPts val="0"/>
              </a:spcAft>
              <a:buNone/>
            </a:pPr>
            <a:fld id="{00000000-1234-1234-1234-123412341234}" type="slidenum">
              <a:rPr lang="en-GB"/>
              <a:t>‹#›</a:t>
            </a:fld>
            <a:endParaRPr lang="en-GB"/>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57"/>
        <p:cNvGrpSpPr/>
        <p:nvPr/>
      </p:nvGrpSpPr>
      <p:grpSpPr>
        <a:xfrm>
          <a:off x="0" y="0"/>
          <a:ext cx="0" cy="0"/>
          <a:chOff x="0" y="0"/>
          <a:chExt cx="0" cy="0"/>
        </a:xfrm>
      </p:grpSpPr>
      <p:sp>
        <p:nvSpPr>
          <p:cNvPr id="1048687" name="Google Shape;58;p9"/>
          <p:cNvSpPr txBox="1">
            <a:spLocks noGrp="1"/>
          </p:cNvSpPr>
          <p:nvPr>
            <p:ph type="title"/>
          </p:nvPr>
        </p:nvSpPr>
        <p:spPr>
          <a:xfrm>
            <a:off x="609602" y="273050"/>
            <a:ext cx="4011000" cy="1162200"/>
          </a:xfrm>
          <a:prstGeom prst="rect">
            <a:avLst/>
          </a:prstGeom>
          <a:noFill/>
          <a:ln>
            <a:noFill/>
          </a:ln>
        </p:spPr>
        <p:txBody>
          <a:bodyPr spcFirstLastPara="1" wrap="square" lIns="91425" tIns="45700" rIns="91425" bIns="45700" anchor="b" anchorCtr="0">
            <a:noAutofit/>
          </a:bodyPr>
          <a:lstStyle>
            <a:lvl1pPr lvl="0" algn="l" rtl="0">
              <a:spcBef>
                <a:spcPts val="0"/>
              </a:spcBef>
              <a:spcAft>
                <a:spcPts val="0"/>
              </a:spcAft>
              <a:buClr>
                <a:srgbClr val="FF0000"/>
              </a:buClr>
              <a:buSzPts val="2000"/>
              <a:buFont typeface="Verdana"/>
              <a:buNone/>
              <a:defRPr sz="2000" b="1"/>
            </a:lvl1pPr>
            <a:lvl2pPr lvl="1" rtl="0">
              <a:spcBef>
                <a:spcPts val="0"/>
              </a:spcBef>
              <a:spcAft>
                <a:spcPts val="0"/>
              </a:spcAft>
              <a:buSzPts val="1400"/>
              <a:buNone/>
            </a:lvl2pPr>
            <a:lvl3pPr lvl="2" rtl="0">
              <a:spcBef>
                <a:spcPts val="0"/>
              </a:spcBef>
              <a:spcAft>
                <a:spcPts val="0"/>
              </a:spcAft>
              <a:buSzPts val="1400"/>
              <a:buNone/>
            </a:lvl3pPr>
            <a:lvl4pPr lvl="3" rtl="0">
              <a:spcBef>
                <a:spcPts val="0"/>
              </a:spcBef>
              <a:spcAft>
                <a:spcPts val="0"/>
              </a:spcAft>
              <a:buSzPts val="1400"/>
              <a:buNone/>
            </a:lvl4pPr>
            <a:lvl5pPr lvl="4" rtl="0">
              <a:spcBef>
                <a:spcPts val="0"/>
              </a:spcBef>
              <a:spcAft>
                <a:spcPts val="0"/>
              </a:spcAft>
              <a:buSzPts val="1400"/>
              <a:buNone/>
            </a:lvl5pPr>
            <a:lvl6pPr lvl="5" rtl="0">
              <a:spcBef>
                <a:spcPts val="0"/>
              </a:spcBef>
              <a:spcAft>
                <a:spcPts val="0"/>
              </a:spcAft>
              <a:buSzPts val="1400"/>
              <a:buNone/>
            </a:lvl6pPr>
            <a:lvl7pPr lvl="6" rtl="0">
              <a:spcBef>
                <a:spcPts val="0"/>
              </a:spcBef>
              <a:spcAft>
                <a:spcPts val="0"/>
              </a:spcAft>
              <a:buSzPts val="1400"/>
              <a:buNone/>
            </a:lvl7pPr>
            <a:lvl8pPr lvl="7" rtl="0">
              <a:spcBef>
                <a:spcPts val="0"/>
              </a:spcBef>
              <a:spcAft>
                <a:spcPts val="0"/>
              </a:spcAft>
              <a:buSzPts val="1400"/>
              <a:buNone/>
            </a:lvl8pPr>
            <a:lvl9pPr lvl="8" rtl="0">
              <a:spcBef>
                <a:spcPts val="0"/>
              </a:spcBef>
              <a:spcAft>
                <a:spcPts val="0"/>
              </a:spcAft>
              <a:buSzPts val="1400"/>
              <a:buNone/>
            </a:lvl9pPr>
          </a:lstStyle>
          <a:p>
            <a:endParaRPr/>
          </a:p>
        </p:txBody>
      </p:sp>
      <p:sp>
        <p:nvSpPr>
          <p:cNvPr id="1048688" name="Google Shape;59;p9"/>
          <p:cNvSpPr txBox="1">
            <a:spLocks noGrp="1"/>
          </p:cNvSpPr>
          <p:nvPr>
            <p:ph type="body" idx="1"/>
          </p:nvPr>
        </p:nvSpPr>
        <p:spPr>
          <a:xfrm>
            <a:off x="4766733" y="273053"/>
            <a:ext cx="6815700" cy="5853000"/>
          </a:xfrm>
          <a:prstGeom prst="rect">
            <a:avLst/>
          </a:prstGeom>
          <a:noFill/>
          <a:ln>
            <a:noFill/>
          </a:ln>
        </p:spPr>
        <p:txBody>
          <a:bodyPr spcFirstLastPara="1" wrap="square" lIns="91425" tIns="45700" rIns="91425" bIns="45700" anchor="t" anchorCtr="0">
            <a:normAutofit/>
          </a:bodyPr>
          <a:lstStyle>
            <a:lvl1pPr marL="457200" lvl="0" indent="-431800" algn="l" rtl="0">
              <a:spcBef>
                <a:spcPts val="640"/>
              </a:spcBef>
              <a:spcAft>
                <a:spcPts val="0"/>
              </a:spcAft>
              <a:buClr>
                <a:schemeClr val="dk1"/>
              </a:buClr>
              <a:buSzPts val="3200"/>
              <a:buChar char="•"/>
              <a:defRPr sz="3200"/>
            </a:lvl1pPr>
            <a:lvl2pPr marL="914400" lvl="1" indent="-406400" algn="l" rtl="0">
              <a:spcBef>
                <a:spcPts val="560"/>
              </a:spcBef>
              <a:spcAft>
                <a:spcPts val="0"/>
              </a:spcAft>
              <a:buClr>
                <a:schemeClr val="dk1"/>
              </a:buClr>
              <a:buSzPts val="2800"/>
              <a:buChar char="–"/>
              <a:defRPr sz="2800"/>
            </a:lvl2pPr>
            <a:lvl3pPr marL="1371600" lvl="2" indent="-381000" algn="l" rtl="0">
              <a:spcBef>
                <a:spcPts val="480"/>
              </a:spcBef>
              <a:spcAft>
                <a:spcPts val="0"/>
              </a:spcAft>
              <a:buClr>
                <a:schemeClr val="dk1"/>
              </a:buClr>
              <a:buSzPts val="2400"/>
              <a:buChar char="•"/>
              <a:defRPr sz="2400"/>
            </a:lvl3pPr>
            <a:lvl4pPr marL="1828800" lvl="3" indent="-355600" algn="l" rtl="0">
              <a:spcBef>
                <a:spcPts val="400"/>
              </a:spcBef>
              <a:spcAft>
                <a:spcPts val="0"/>
              </a:spcAft>
              <a:buClr>
                <a:schemeClr val="dk1"/>
              </a:buClr>
              <a:buSzPts val="2000"/>
              <a:buChar char="–"/>
              <a:defRPr sz="2000"/>
            </a:lvl4pPr>
            <a:lvl5pPr marL="2286000" lvl="4" indent="-355600" algn="l" rtl="0">
              <a:spcBef>
                <a:spcPts val="400"/>
              </a:spcBef>
              <a:spcAft>
                <a:spcPts val="0"/>
              </a:spcAft>
              <a:buClr>
                <a:schemeClr val="dk1"/>
              </a:buClr>
              <a:buSzPts val="2000"/>
              <a:buChar char="»"/>
              <a:defRPr sz="2000"/>
            </a:lvl5pPr>
            <a:lvl6pPr marL="2743200" lvl="5" indent="-355600" algn="l" rtl="0">
              <a:spcBef>
                <a:spcPts val="400"/>
              </a:spcBef>
              <a:spcAft>
                <a:spcPts val="0"/>
              </a:spcAft>
              <a:buClr>
                <a:schemeClr val="dk1"/>
              </a:buClr>
              <a:buSzPts val="2000"/>
              <a:buChar char="•"/>
              <a:defRPr sz="2000"/>
            </a:lvl6pPr>
            <a:lvl7pPr marL="3200400" lvl="6" indent="-355600" algn="l" rtl="0">
              <a:spcBef>
                <a:spcPts val="400"/>
              </a:spcBef>
              <a:spcAft>
                <a:spcPts val="0"/>
              </a:spcAft>
              <a:buClr>
                <a:schemeClr val="dk1"/>
              </a:buClr>
              <a:buSzPts val="2000"/>
              <a:buChar char="•"/>
              <a:defRPr sz="2000"/>
            </a:lvl7pPr>
            <a:lvl8pPr marL="3657600" lvl="7" indent="-355600" algn="l" rtl="0">
              <a:spcBef>
                <a:spcPts val="400"/>
              </a:spcBef>
              <a:spcAft>
                <a:spcPts val="0"/>
              </a:spcAft>
              <a:buClr>
                <a:schemeClr val="dk1"/>
              </a:buClr>
              <a:buSzPts val="2000"/>
              <a:buChar char="•"/>
              <a:defRPr sz="2000"/>
            </a:lvl8pPr>
            <a:lvl9pPr marL="4114800" lvl="8" indent="-355600" algn="l" rtl="0">
              <a:spcBef>
                <a:spcPts val="400"/>
              </a:spcBef>
              <a:spcAft>
                <a:spcPts val="0"/>
              </a:spcAft>
              <a:buClr>
                <a:schemeClr val="dk1"/>
              </a:buClr>
              <a:buSzPts val="2000"/>
              <a:buChar char="•"/>
              <a:defRPr sz="2000"/>
            </a:lvl9pPr>
          </a:lstStyle>
          <a:p>
            <a:endParaRPr/>
          </a:p>
        </p:txBody>
      </p:sp>
      <p:sp>
        <p:nvSpPr>
          <p:cNvPr id="1048689" name="Google Shape;60;p9"/>
          <p:cNvSpPr txBox="1">
            <a:spLocks noGrp="1"/>
          </p:cNvSpPr>
          <p:nvPr>
            <p:ph type="body" idx="2"/>
          </p:nvPr>
        </p:nvSpPr>
        <p:spPr>
          <a:xfrm>
            <a:off x="609602" y="1435103"/>
            <a:ext cx="4011000" cy="4691100"/>
          </a:xfrm>
          <a:prstGeom prst="rect">
            <a:avLst/>
          </a:prstGeom>
          <a:noFill/>
          <a:ln>
            <a:noFill/>
          </a:ln>
        </p:spPr>
        <p:txBody>
          <a:bodyPr spcFirstLastPara="1" wrap="square" lIns="91425" tIns="45700" rIns="91425" bIns="45700" anchor="t" anchorCtr="0">
            <a:normAutofit/>
          </a:bodyPr>
          <a:lstStyle>
            <a:lvl1pPr marL="457200" lvl="0" indent="-228600" algn="l" rtl="0">
              <a:spcBef>
                <a:spcPts val="280"/>
              </a:spcBef>
              <a:spcAft>
                <a:spcPts val="0"/>
              </a:spcAft>
              <a:buClr>
                <a:schemeClr val="dk1"/>
              </a:buClr>
              <a:buSzPts val="1400"/>
              <a:buNone/>
              <a:defRPr sz="1400"/>
            </a:lvl1pPr>
            <a:lvl2pPr marL="914400" lvl="1" indent="-228600" algn="l" rtl="0">
              <a:spcBef>
                <a:spcPts val="240"/>
              </a:spcBef>
              <a:spcAft>
                <a:spcPts val="0"/>
              </a:spcAft>
              <a:buClr>
                <a:schemeClr val="dk1"/>
              </a:buClr>
              <a:buSzPts val="1200"/>
              <a:buNone/>
              <a:defRPr sz="1200"/>
            </a:lvl2pPr>
            <a:lvl3pPr marL="1371600" lvl="2" indent="-228600" algn="l" rtl="0">
              <a:spcBef>
                <a:spcPts val="200"/>
              </a:spcBef>
              <a:spcAft>
                <a:spcPts val="0"/>
              </a:spcAft>
              <a:buClr>
                <a:schemeClr val="dk1"/>
              </a:buClr>
              <a:buSzPts val="1000"/>
              <a:buNone/>
              <a:defRPr sz="1000"/>
            </a:lvl3pPr>
            <a:lvl4pPr marL="1828800" lvl="3" indent="-228600" algn="l" rtl="0">
              <a:spcBef>
                <a:spcPts val="180"/>
              </a:spcBef>
              <a:spcAft>
                <a:spcPts val="0"/>
              </a:spcAft>
              <a:buClr>
                <a:schemeClr val="dk1"/>
              </a:buClr>
              <a:buSzPts val="900"/>
              <a:buNone/>
              <a:defRPr sz="900"/>
            </a:lvl4pPr>
            <a:lvl5pPr marL="2286000" lvl="4" indent="-228600" algn="l" rtl="0">
              <a:spcBef>
                <a:spcPts val="180"/>
              </a:spcBef>
              <a:spcAft>
                <a:spcPts val="0"/>
              </a:spcAft>
              <a:buClr>
                <a:schemeClr val="dk1"/>
              </a:buClr>
              <a:buSzPts val="900"/>
              <a:buNone/>
              <a:defRPr sz="900"/>
            </a:lvl5pPr>
            <a:lvl6pPr marL="2743200" lvl="5" indent="-228600" algn="l" rtl="0">
              <a:spcBef>
                <a:spcPts val="180"/>
              </a:spcBef>
              <a:spcAft>
                <a:spcPts val="0"/>
              </a:spcAft>
              <a:buClr>
                <a:schemeClr val="dk1"/>
              </a:buClr>
              <a:buSzPts val="900"/>
              <a:buNone/>
              <a:defRPr sz="900"/>
            </a:lvl6pPr>
            <a:lvl7pPr marL="3200400" lvl="6" indent="-228600" algn="l" rtl="0">
              <a:spcBef>
                <a:spcPts val="180"/>
              </a:spcBef>
              <a:spcAft>
                <a:spcPts val="0"/>
              </a:spcAft>
              <a:buClr>
                <a:schemeClr val="dk1"/>
              </a:buClr>
              <a:buSzPts val="900"/>
              <a:buNone/>
              <a:defRPr sz="900"/>
            </a:lvl7pPr>
            <a:lvl8pPr marL="3657600" lvl="7" indent="-228600" algn="l" rtl="0">
              <a:spcBef>
                <a:spcPts val="180"/>
              </a:spcBef>
              <a:spcAft>
                <a:spcPts val="0"/>
              </a:spcAft>
              <a:buClr>
                <a:schemeClr val="dk1"/>
              </a:buClr>
              <a:buSzPts val="900"/>
              <a:buNone/>
              <a:defRPr sz="900"/>
            </a:lvl8pPr>
            <a:lvl9pPr marL="4114800" lvl="8" indent="-228600" algn="l" rtl="0">
              <a:spcBef>
                <a:spcPts val="180"/>
              </a:spcBef>
              <a:spcAft>
                <a:spcPts val="0"/>
              </a:spcAft>
              <a:buClr>
                <a:schemeClr val="dk1"/>
              </a:buClr>
              <a:buSzPts val="900"/>
              <a:buNone/>
              <a:defRPr sz="900"/>
            </a:lvl9pPr>
          </a:lstStyle>
          <a:p>
            <a:endParaRPr/>
          </a:p>
        </p:txBody>
      </p:sp>
      <p:sp>
        <p:nvSpPr>
          <p:cNvPr id="1048690" name="Google Shape;61;p9"/>
          <p:cNvSpPr txBox="1">
            <a:spLocks noGrp="1"/>
          </p:cNvSpPr>
          <p:nvPr>
            <p:ph type="dt" idx="10"/>
          </p:nvPr>
        </p:nvSpPr>
        <p:spPr>
          <a:xfrm>
            <a:off x="609600" y="6356353"/>
            <a:ext cx="28449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lvl1pPr>
            <a:lvl2pPr lvl="1" algn="l" rtl="0">
              <a:spcBef>
                <a:spcPts val="0"/>
              </a:spcBef>
              <a:spcAft>
                <a:spcPts val="0"/>
              </a:spcAft>
              <a:buSzPts val="1400"/>
              <a:buNone/>
            </a:lvl2pPr>
            <a:lvl3pPr lvl="2" algn="l" rtl="0">
              <a:spcBef>
                <a:spcPts val="0"/>
              </a:spcBef>
              <a:spcAft>
                <a:spcPts val="0"/>
              </a:spcAft>
              <a:buSzPts val="1400"/>
              <a:buNone/>
            </a:lvl3pPr>
            <a:lvl4pPr lvl="3" algn="l" rtl="0">
              <a:spcBef>
                <a:spcPts val="0"/>
              </a:spcBef>
              <a:spcAft>
                <a:spcPts val="0"/>
              </a:spcAft>
              <a:buSzPts val="1400"/>
              <a:buNone/>
            </a:lvl4pPr>
            <a:lvl5pPr lvl="4" algn="l" rtl="0">
              <a:spcBef>
                <a:spcPts val="0"/>
              </a:spcBef>
              <a:spcAft>
                <a:spcPts val="0"/>
              </a:spcAft>
              <a:buSzPts val="1400"/>
              <a:buNone/>
            </a:lvl5pPr>
            <a:lvl6pPr lvl="5" algn="l" rtl="0">
              <a:spcBef>
                <a:spcPts val="0"/>
              </a:spcBef>
              <a:spcAft>
                <a:spcPts val="0"/>
              </a:spcAft>
              <a:buSzPts val="1400"/>
              <a:buNone/>
            </a:lvl6pPr>
            <a:lvl7pPr lvl="6" algn="l" rtl="0">
              <a:spcBef>
                <a:spcPts val="0"/>
              </a:spcBef>
              <a:spcAft>
                <a:spcPts val="0"/>
              </a:spcAft>
              <a:buSzPts val="1400"/>
              <a:buNone/>
            </a:lvl7pPr>
            <a:lvl8pPr lvl="7" algn="l" rtl="0">
              <a:spcBef>
                <a:spcPts val="0"/>
              </a:spcBef>
              <a:spcAft>
                <a:spcPts val="0"/>
              </a:spcAft>
              <a:buSzPts val="1400"/>
              <a:buNone/>
            </a:lvl8pPr>
            <a:lvl9pPr lvl="8" algn="l" rtl="0">
              <a:spcBef>
                <a:spcPts val="0"/>
              </a:spcBef>
              <a:spcAft>
                <a:spcPts val="0"/>
              </a:spcAft>
              <a:buSzPts val="1400"/>
              <a:buNone/>
            </a:lvl9pPr>
          </a:lstStyle>
          <a:p>
            <a:endParaRPr/>
          </a:p>
        </p:txBody>
      </p:sp>
      <p:sp>
        <p:nvSpPr>
          <p:cNvPr id="1048691" name="Google Shape;62;p9"/>
          <p:cNvSpPr txBox="1">
            <a:spLocks noGrp="1"/>
          </p:cNvSpPr>
          <p:nvPr>
            <p:ph type="ftr" idx="11"/>
          </p:nvPr>
        </p:nvSpPr>
        <p:spPr>
          <a:xfrm>
            <a:off x="4165600" y="6356353"/>
            <a:ext cx="38607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lvl1pPr>
            <a:lvl2pPr lvl="1" algn="l" rtl="0">
              <a:spcBef>
                <a:spcPts val="0"/>
              </a:spcBef>
              <a:spcAft>
                <a:spcPts val="0"/>
              </a:spcAft>
              <a:buSzPts val="1400"/>
              <a:buNone/>
            </a:lvl2pPr>
            <a:lvl3pPr lvl="2" algn="l" rtl="0">
              <a:spcBef>
                <a:spcPts val="0"/>
              </a:spcBef>
              <a:spcAft>
                <a:spcPts val="0"/>
              </a:spcAft>
              <a:buSzPts val="1400"/>
              <a:buNone/>
            </a:lvl3pPr>
            <a:lvl4pPr lvl="3" algn="l" rtl="0">
              <a:spcBef>
                <a:spcPts val="0"/>
              </a:spcBef>
              <a:spcAft>
                <a:spcPts val="0"/>
              </a:spcAft>
              <a:buSzPts val="1400"/>
              <a:buNone/>
            </a:lvl4pPr>
            <a:lvl5pPr lvl="4" algn="l" rtl="0">
              <a:spcBef>
                <a:spcPts val="0"/>
              </a:spcBef>
              <a:spcAft>
                <a:spcPts val="0"/>
              </a:spcAft>
              <a:buSzPts val="1400"/>
              <a:buNone/>
            </a:lvl5pPr>
            <a:lvl6pPr lvl="5" algn="l" rtl="0">
              <a:spcBef>
                <a:spcPts val="0"/>
              </a:spcBef>
              <a:spcAft>
                <a:spcPts val="0"/>
              </a:spcAft>
              <a:buSzPts val="1400"/>
              <a:buNone/>
            </a:lvl6pPr>
            <a:lvl7pPr lvl="6" algn="l" rtl="0">
              <a:spcBef>
                <a:spcPts val="0"/>
              </a:spcBef>
              <a:spcAft>
                <a:spcPts val="0"/>
              </a:spcAft>
              <a:buSzPts val="1400"/>
              <a:buNone/>
            </a:lvl7pPr>
            <a:lvl8pPr lvl="7" algn="l" rtl="0">
              <a:spcBef>
                <a:spcPts val="0"/>
              </a:spcBef>
              <a:spcAft>
                <a:spcPts val="0"/>
              </a:spcAft>
              <a:buSzPts val="1400"/>
              <a:buNone/>
            </a:lvl8pPr>
            <a:lvl9pPr lvl="8" algn="l" rtl="0">
              <a:spcBef>
                <a:spcPts val="0"/>
              </a:spcBef>
              <a:spcAft>
                <a:spcPts val="0"/>
              </a:spcAft>
              <a:buSzPts val="1400"/>
              <a:buNone/>
            </a:lvl9pPr>
          </a:lstStyle>
          <a:p>
            <a:endParaRPr/>
          </a:p>
        </p:txBody>
      </p:sp>
      <p:sp>
        <p:nvSpPr>
          <p:cNvPr id="1048692" name="Google Shape;63;p9"/>
          <p:cNvSpPr txBox="1">
            <a:spLocks noGrp="1"/>
          </p:cNvSpPr>
          <p:nvPr>
            <p:ph type="sldNum" idx="12"/>
          </p:nvPr>
        </p:nvSpPr>
        <p:spPr>
          <a:xfrm>
            <a:off x="8737600" y="6356353"/>
            <a:ext cx="28449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lvl1pPr>
            <a:lvl2pPr marL="0" lvl="1" indent="0" algn="r" rtl="0">
              <a:spcBef>
                <a:spcPts val="0"/>
              </a:spcBef>
              <a:buNone/>
            </a:lvl2pPr>
            <a:lvl3pPr marL="0" lvl="2" indent="0" algn="r" rtl="0">
              <a:spcBef>
                <a:spcPts val="0"/>
              </a:spcBef>
              <a:buNone/>
            </a:lvl3pPr>
            <a:lvl4pPr marL="0" lvl="3" indent="0" algn="r" rtl="0">
              <a:spcBef>
                <a:spcPts val="0"/>
              </a:spcBef>
              <a:buNone/>
            </a:lvl4pPr>
            <a:lvl5pPr marL="0" lvl="4" indent="0" algn="r" rtl="0">
              <a:spcBef>
                <a:spcPts val="0"/>
              </a:spcBef>
              <a:buNone/>
            </a:lvl5pPr>
            <a:lvl6pPr marL="0" lvl="5" indent="0" algn="r" rtl="0">
              <a:spcBef>
                <a:spcPts val="0"/>
              </a:spcBef>
              <a:buNone/>
            </a:lvl6pPr>
            <a:lvl7pPr marL="0" lvl="6" indent="0" algn="r" rtl="0">
              <a:spcBef>
                <a:spcPts val="0"/>
              </a:spcBef>
              <a:buNone/>
            </a:lvl7pPr>
            <a:lvl8pPr marL="0" lvl="7" indent="0" algn="r" rtl="0">
              <a:spcBef>
                <a:spcPts val="0"/>
              </a:spcBef>
              <a:buNone/>
            </a:lvl8pPr>
            <a:lvl9pPr marL="0" lvl="8" indent="0" algn="r" rtl="0">
              <a:spcBef>
                <a:spcPts val="0"/>
              </a:spcBef>
              <a:buNone/>
            </a:lvl9pPr>
          </a:lstStyle>
          <a:p>
            <a:pPr marL="0" lvl="0" indent="0" algn="r" rtl="0">
              <a:spcBef>
                <a:spcPts val="0"/>
              </a:spcBef>
              <a:spcAft>
                <a:spcPts val="0"/>
              </a:spcAft>
              <a:buNone/>
            </a:pPr>
            <a:fld id="{00000000-1234-1234-1234-123412341234}" type="slidenum">
              <a:rPr lang="en-GB"/>
              <a:t>‹#›</a:t>
            </a:fld>
            <a:endParaRPr lang="en-GB"/>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64"/>
        <p:cNvGrpSpPr/>
        <p:nvPr/>
      </p:nvGrpSpPr>
      <p:grpSpPr>
        <a:xfrm>
          <a:off x="0" y="0"/>
          <a:ext cx="0" cy="0"/>
          <a:chOff x="0" y="0"/>
          <a:chExt cx="0" cy="0"/>
        </a:xfrm>
      </p:grpSpPr>
      <p:sp>
        <p:nvSpPr>
          <p:cNvPr id="1048654" name="Google Shape;65;p10"/>
          <p:cNvSpPr txBox="1">
            <a:spLocks noGrp="1"/>
          </p:cNvSpPr>
          <p:nvPr>
            <p:ph type="title"/>
          </p:nvPr>
        </p:nvSpPr>
        <p:spPr>
          <a:xfrm>
            <a:off x="2389717" y="4800600"/>
            <a:ext cx="7315200" cy="566700"/>
          </a:xfrm>
          <a:prstGeom prst="rect">
            <a:avLst/>
          </a:prstGeom>
          <a:noFill/>
          <a:ln>
            <a:noFill/>
          </a:ln>
        </p:spPr>
        <p:txBody>
          <a:bodyPr spcFirstLastPara="1" wrap="square" lIns="91425" tIns="45700" rIns="91425" bIns="45700" anchor="b" anchorCtr="0">
            <a:noAutofit/>
          </a:bodyPr>
          <a:lstStyle>
            <a:lvl1pPr lvl="0" algn="l" rtl="0">
              <a:spcBef>
                <a:spcPts val="0"/>
              </a:spcBef>
              <a:spcAft>
                <a:spcPts val="0"/>
              </a:spcAft>
              <a:buClr>
                <a:srgbClr val="FF0000"/>
              </a:buClr>
              <a:buSzPts val="2000"/>
              <a:buFont typeface="Verdana"/>
              <a:buNone/>
              <a:defRPr sz="2000" b="1"/>
            </a:lvl1pPr>
            <a:lvl2pPr lvl="1" rtl="0">
              <a:spcBef>
                <a:spcPts val="0"/>
              </a:spcBef>
              <a:spcAft>
                <a:spcPts val="0"/>
              </a:spcAft>
              <a:buSzPts val="1400"/>
              <a:buNone/>
            </a:lvl2pPr>
            <a:lvl3pPr lvl="2" rtl="0">
              <a:spcBef>
                <a:spcPts val="0"/>
              </a:spcBef>
              <a:spcAft>
                <a:spcPts val="0"/>
              </a:spcAft>
              <a:buSzPts val="1400"/>
              <a:buNone/>
            </a:lvl3pPr>
            <a:lvl4pPr lvl="3" rtl="0">
              <a:spcBef>
                <a:spcPts val="0"/>
              </a:spcBef>
              <a:spcAft>
                <a:spcPts val="0"/>
              </a:spcAft>
              <a:buSzPts val="1400"/>
              <a:buNone/>
            </a:lvl4pPr>
            <a:lvl5pPr lvl="4" rtl="0">
              <a:spcBef>
                <a:spcPts val="0"/>
              </a:spcBef>
              <a:spcAft>
                <a:spcPts val="0"/>
              </a:spcAft>
              <a:buSzPts val="1400"/>
              <a:buNone/>
            </a:lvl5pPr>
            <a:lvl6pPr lvl="5" rtl="0">
              <a:spcBef>
                <a:spcPts val="0"/>
              </a:spcBef>
              <a:spcAft>
                <a:spcPts val="0"/>
              </a:spcAft>
              <a:buSzPts val="1400"/>
              <a:buNone/>
            </a:lvl6pPr>
            <a:lvl7pPr lvl="6" rtl="0">
              <a:spcBef>
                <a:spcPts val="0"/>
              </a:spcBef>
              <a:spcAft>
                <a:spcPts val="0"/>
              </a:spcAft>
              <a:buSzPts val="1400"/>
              <a:buNone/>
            </a:lvl7pPr>
            <a:lvl8pPr lvl="7" rtl="0">
              <a:spcBef>
                <a:spcPts val="0"/>
              </a:spcBef>
              <a:spcAft>
                <a:spcPts val="0"/>
              </a:spcAft>
              <a:buSzPts val="1400"/>
              <a:buNone/>
            </a:lvl8pPr>
            <a:lvl9pPr lvl="8" rtl="0">
              <a:spcBef>
                <a:spcPts val="0"/>
              </a:spcBef>
              <a:spcAft>
                <a:spcPts val="0"/>
              </a:spcAft>
              <a:buSzPts val="1400"/>
              <a:buNone/>
            </a:lvl9pPr>
          </a:lstStyle>
          <a:p>
            <a:endParaRPr/>
          </a:p>
        </p:txBody>
      </p:sp>
      <p:sp>
        <p:nvSpPr>
          <p:cNvPr id="1048655" name="Google Shape;66;p10"/>
          <p:cNvSpPr>
            <a:spLocks noGrp="1"/>
          </p:cNvSpPr>
          <p:nvPr>
            <p:ph type="pic" idx="2"/>
          </p:nvPr>
        </p:nvSpPr>
        <p:spPr>
          <a:xfrm>
            <a:off x="2389717" y="612775"/>
            <a:ext cx="7315200" cy="4114800"/>
          </a:xfrm>
          <a:prstGeom prst="rect">
            <a:avLst/>
          </a:prstGeom>
          <a:noFill/>
          <a:ln>
            <a:noFill/>
          </a:ln>
        </p:spPr>
      </p:sp>
      <p:sp>
        <p:nvSpPr>
          <p:cNvPr id="1048656" name="Google Shape;67;p10"/>
          <p:cNvSpPr txBox="1">
            <a:spLocks noGrp="1"/>
          </p:cNvSpPr>
          <p:nvPr>
            <p:ph type="body" idx="1"/>
          </p:nvPr>
        </p:nvSpPr>
        <p:spPr>
          <a:xfrm>
            <a:off x="2389717" y="5367338"/>
            <a:ext cx="7315200" cy="804900"/>
          </a:xfrm>
          <a:prstGeom prst="rect">
            <a:avLst/>
          </a:prstGeom>
          <a:noFill/>
          <a:ln>
            <a:noFill/>
          </a:ln>
        </p:spPr>
        <p:txBody>
          <a:bodyPr spcFirstLastPara="1" wrap="square" lIns="91425" tIns="45700" rIns="91425" bIns="45700" anchor="t" anchorCtr="0">
            <a:normAutofit/>
          </a:bodyPr>
          <a:lstStyle>
            <a:lvl1pPr marL="457200" lvl="0" indent="-228600" algn="l" rtl="0">
              <a:spcBef>
                <a:spcPts val="280"/>
              </a:spcBef>
              <a:spcAft>
                <a:spcPts val="0"/>
              </a:spcAft>
              <a:buClr>
                <a:schemeClr val="dk1"/>
              </a:buClr>
              <a:buSzPts val="1400"/>
              <a:buNone/>
              <a:defRPr sz="1400"/>
            </a:lvl1pPr>
            <a:lvl2pPr marL="914400" lvl="1" indent="-228600" algn="l" rtl="0">
              <a:spcBef>
                <a:spcPts val="240"/>
              </a:spcBef>
              <a:spcAft>
                <a:spcPts val="0"/>
              </a:spcAft>
              <a:buClr>
                <a:schemeClr val="dk1"/>
              </a:buClr>
              <a:buSzPts val="1200"/>
              <a:buNone/>
              <a:defRPr sz="1200"/>
            </a:lvl2pPr>
            <a:lvl3pPr marL="1371600" lvl="2" indent="-228600" algn="l" rtl="0">
              <a:spcBef>
                <a:spcPts val="200"/>
              </a:spcBef>
              <a:spcAft>
                <a:spcPts val="0"/>
              </a:spcAft>
              <a:buClr>
                <a:schemeClr val="dk1"/>
              </a:buClr>
              <a:buSzPts val="1000"/>
              <a:buNone/>
              <a:defRPr sz="1000"/>
            </a:lvl3pPr>
            <a:lvl4pPr marL="1828800" lvl="3" indent="-228600" algn="l" rtl="0">
              <a:spcBef>
                <a:spcPts val="180"/>
              </a:spcBef>
              <a:spcAft>
                <a:spcPts val="0"/>
              </a:spcAft>
              <a:buClr>
                <a:schemeClr val="dk1"/>
              </a:buClr>
              <a:buSzPts val="900"/>
              <a:buNone/>
              <a:defRPr sz="900"/>
            </a:lvl4pPr>
            <a:lvl5pPr marL="2286000" lvl="4" indent="-228600" algn="l" rtl="0">
              <a:spcBef>
                <a:spcPts val="180"/>
              </a:spcBef>
              <a:spcAft>
                <a:spcPts val="0"/>
              </a:spcAft>
              <a:buClr>
                <a:schemeClr val="dk1"/>
              </a:buClr>
              <a:buSzPts val="900"/>
              <a:buNone/>
              <a:defRPr sz="900"/>
            </a:lvl5pPr>
            <a:lvl6pPr marL="2743200" lvl="5" indent="-228600" algn="l" rtl="0">
              <a:spcBef>
                <a:spcPts val="180"/>
              </a:spcBef>
              <a:spcAft>
                <a:spcPts val="0"/>
              </a:spcAft>
              <a:buClr>
                <a:schemeClr val="dk1"/>
              </a:buClr>
              <a:buSzPts val="900"/>
              <a:buNone/>
              <a:defRPr sz="900"/>
            </a:lvl6pPr>
            <a:lvl7pPr marL="3200400" lvl="6" indent="-228600" algn="l" rtl="0">
              <a:spcBef>
                <a:spcPts val="180"/>
              </a:spcBef>
              <a:spcAft>
                <a:spcPts val="0"/>
              </a:spcAft>
              <a:buClr>
                <a:schemeClr val="dk1"/>
              </a:buClr>
              <a:buSzPts val="900"/>
              <a:buNone/>
              <a:defRPr sz="900"/>
            </a:lvl7pPr>
            <a:lvl8pPr marL="3657600" lvl="7" indent="-228600" algn="l" rtl="0">
              <a:spcBef>
                <a:spcPts val="180"/>
              </a:spcBef>
              <a:spcAft>
                <a:spcPts val="0"/>
              </a:spcAft>
              <a:buClr>
                <a:schemeClr val="dk1"/>
              </a:buClr>
              <a:buSzPts val="900"/>
              <a:buNone/>
              <a:defRPr sz="900"/>
            </a:lvl8pPr>
            <a:lvl9pPr marL="4114800" lvl="8" indent="-228600" algn="l" rtl="0">
              <a:spcBef>
                <a:spcPts val="180"/>
              </a:spcBef>
              <a:spcAft>
                <a:spcPts val="0"/>
              </a:spcAft>
              <a:buClr>
                <a:schemeClr val="dk1"/>
              </a:buClr>
              <a:buSzPts val="900"/>
              <a:buNone/>
              <a:defRPr sz="900"/>
            </a:lvl9pPr>
          </a:lstStyle>
          <a:p>
            <a:endParaRPr/>
          </a:p>
        </p:txBody>
      </p:sp>
      <p:sp>
        <p:nvSpPr>
          <p:cNvPr id="1048657" name="Google Shape;68;p10"/>
          <p:cNvSpPr txBox="1">
            <a:spLocks noGrp="1"/>
          </p:cNvSpPr>
          <p:nvPr>
            <p:ph type="dt" idx="10"/>
          </p:nvPr>
        </p:nvSpPr>
        <p:spPr>
          <a:xfrm>
            <a:off x="609600" y="6356353"/>
            <a:ext cx="28449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lvl1pPr>
            <a:lvl2pPr lvl="1" algn="l" rtl="0">
              <a:spcBef>
                <a:spcPts val="0"/>
              </a:spcBef>
              <a:spcAft>
                <a:spcPts val="0"/>
              </a:spcAft>
              <a:buSzPts val="1400"/>
              <a:buNone/>
            </a:lvl2pPr>
            <a:lvl3pPr lvl="2" algn="l" rtl="0">
              <a:spcBef>
                <a:spcPts val="0"/>
              </a:spcBef>
              <a:spcAft>
                <a:spcPts val="0"/>
              </a:spcAft>
              <a:buSzPts val="1400"/>
              <a:buNone/>
            </a:lvl3pPr>
            <a:lvl4pPr lvl="3" algn="l" rtl="0">
              <a:spcBef>
                <a:spcPts val="0"/>
              </a:spcBef>
              <a:spcAft>
                <a:spcPts val="0"/>
              </a:spcAft>
              <a:buSzPts val="1400"/>
              <a:buNone/>
            </a:lvl4pPr>
            <a:lvl5pPr lvl="4" algn="l" rtl="0">
              <a:spcBef>
                <a:spcPts val="0"/>
              </a:spcBef>
              <a:spcAft>
                <a:spcPts val="0"/>
              </a:spcAft>
              <a:buSzPts val="1400"/>
              <a:buNone/>
            </a:lvl5pPr>
            <a:lvl6pPr lvl="5" algn="l" rtl="0">
              <a:spcBef>
                <a:spcPts val="0"/>
              </a:spcBef>
              <a:spcAft>
                <a:spcPts val="0"/>
              </a:spcAft>
              <a:buSzPts val="1400"/>
              <a:buNone/>
            </a:lvl6pPr>
            <a:lvl7pPr lvl="6" algn="l" rtl="0">
              <a:spcBef>
                <a:spcPts val="0"/>
              </a:spcBef>
              <a:spcAft>
                <a:spcPts val="0"/>
              </a:spcAft>
              <a:buSzPts val="1400"/>
              <a:buNone/>
            </a:lvl7pPr>
            <a:lvl8pPr lvl="7" algn="l" rtl="0">
              <a:spcBef>
                <a:spcPts val="0"/>
              </a:spcBef>
              <a:spcAft>
                <a:spcPts val="0"/>
              </a:spcAft>
              <a:buSzPts val="1400"/>
              <a:buNone/>
            </a:lvl8pPr>
            <a:lvl9pPr lvl="8" algn="l" rtl="0">
              <a:spcBef>
                <a:spcPts val="0"/>
              </a:spcBef>
              <a:spcAft>
                <a:spcPts val="0"/>
              </a:spcAft>
              <a:buSzPts val="1400"/>
              <a:buNone/>
            </a:lvl9pPr>
          </a:lstStyle>
          <a:p>
            <a:endParaRPr/>
          </a:p>
        </p:txBody>
      </p:sp>
      <p:sp>
        <p:nvSpPr>
          <p:cNvPr id="1048658" name="Google Shape;69;p10"/>
          <p:cNvSpPr txBox="1">
            <a:spLocks noGrp="1"/>
          </p:cNvSpPr>
          <p:nvPr>
            <p:ph type="ftr" idx="11"/>
          </p:nvPr>
        </p:nvSpPr>
        <p:spPr>
          <a:xfrm>
            <a:off x="4165600" y="6356353"/>
            <a:ext cx="38607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lvl1pPr>
            <a:lvl2pPr lvl="1" algn="l" rtl="0">
              <a:spcBef>
                <a:spcPts val="0"/>
              </a:spcBef>
              <a:spcAft>
                <a:spcPts val="0"/>
              </a:spcAft>
              <a:buSzPts val="1400"/>
              <a:buNone/>
            </a:lvl2pPr>
            <a:lvl3pPr lvl="2" algn="l" rtl="0">
              <a:spcBef>
                <a:spcPts val="0"/>
              </a:spcBef>
              <a:spcAft>
                <a:spcPts val="0"/>
              </a:spcAft>
              <a:buSzPts val="1400"/>
              <a:buNone/>
            </a:lvl3pPr>
            <a:lvl4pPr lvl="3" algn="l" rtl="0">
              <a:spcBef>
                <a:spcPts val="0"/>
              </a:spcBef>
              <a:spcAft>
                <a:spcPts val="0"/>
              </a:spcAft>
              <a:buSzPts val="1400"/>
              <a:buNone/>
            </a:lvl4pPr>
            <a:lvl5pPr lvl="4" algn="l" rtl="0">
              <a:spcBef>
                <a:spcPts val="0"/>
              </a:spcBef>
              <a:spcAft>
                <a:spcPts val="0"/>
              </a:spcAft>
              <a:buSzPts val="1400"/>
              <a:buNone/>
            </a:lvl5pPr>
            <a:lvl6pPr lvl="5" algn="l" rtl="0">
              <a:spcBef>
                <a:spcPts val="0"/>
              </a:spcBef>
              <a:spcAft>
                <a:spcPts val="0"/>
              </a:spcAft>
              <a:buSzPts val="1400"/>
              <a:buNone/>
            </a:lvl6pPr>
            <a:lvl7pPr lvl="6" algn="l" rtl="0">
              <a:spcBef>
                <a:spcPts val="0"/>
              </a:spcBef>
              <a:spcAft>
                <a:spcPts val="0"/>
              </a:spcAft>
              <a:buSzPts val="1400"/>
              <a:buNone/>
            </a:lvl7pPr>
            <a:lvl8pPr lvl="7" algn="l" rtl="0">
              <a:spcBef>
                <a:spcPts val="0"/>
              </a:spcBef>
              <a:spcAft>
                <a:spcPts val="0"/>
              </a:spcAft>
              <a:buSzPts val="1400"/>
              <a:buNone/>
            </a:lvl8pPr>
            <a:lvl9pPr lvl="8" algn="l" rtl="0">
              <a:spcBef>
                <a:spcPts val="0"/>
              </a:spcBef>
              <a:spcAft>
                <a:spcPts val="0"/>
              </a:spcAft>
              <a:buSzPts val="1400"/>
              <a:buNone/>
            </a:lvl9pPr>
          </a:lstStyle>
          <a:p>
            <a:endParaRPr/>
          </a:p>
        </p:txBody>
      </p:sp>
      <p:sp>
        <p:nvSpPr>
          <p:cNvPr id="1048659" name="Google Shape;70;p10"/>
          <p:cNvSpPr txBox="1">
            <a:spLocks noGrp="1"/>
          </p:cNvSpPr>
          <p:nvPr>
            <p:ph type="sldNum" idx="12"/>
          </p:nvPr>
        </p:nvSpPr>
        <p:spPr>
          <a:xfrm>
            <a:off x="8737600" y="6356353"/>
            <a:ext cx="28449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lvl1pPr>
            <a:lvl2pPr marL="0" lvl="1" indent="0" algn="r" rtl="0">
              <a:spcBef>
                <a:spcPts val="0"/>
              </a:spcBef>
              <a:buNone/>
            </a:lvl2pPr>
            <a:lvl3pPr marL="0" lvl="2" indent="0" algn="r" rtl="0">
              <a:spcBef>
                <a:spcPts val="0"/>
              </a:spcBef>
              <a:buNone/>
            </a:lvl3pPr>
            <a:lvl4pPr marL="0" lvl="3" indent="0" algn="r" rtl="0">
              <a:spcBef>
                <a:spcPts val="0"/>
              </a:spcBef>
              <a:buNone/>
            </a:lvl4pPr>
            <a:lvl5pPr marL="0" lvl="4" indent="0" algn="r" rtl="0">
              <a:spcBef>
                <a:spcPts val="0"/>
              </a:spcBef>
              <a:buNone/>
            </a:lvl5pPr>
            <a:lvl6pPr marL="0" lvl="5" indent="0" algn="r" rtl="0">
              <a:spcBef>
                <a:spcPts val="0"/>
              </a:spcBef>
              <a:buNone/>
            </a:lvl6pPr>
            <a:lvl7pPr marL="0" lvl="6" indent="0" algn="r" rtl="0">
              <a:spcBef>
                <a:spcPts val="0"/>
              </a:spcBef>
              <a:buNone/>
            </a:lvl7pPr>
            <a:lvl8pPr marL="0" lvl="7" indent="0" algn="r" rtl="0">
              <a:spcBef>
                <a:spcPts val="0"/>
              </a:spcBef>
              <a:buNone/>
            </a:lvl8pPr>
            <a:lvl9pPr marL="0" lvl="8" indent="0" algn="r" rtl="0">
              <a:spcBef>
                <a:spcPts val="0"/>
              </a:spcBef>
              <a:buNone/>
            </a:lvl9pPr>
          </a:lstStyle>
          <a:p>
            <a:pPr marL="0" lvl="0" indent="0" algn="r" rtl="0">
              <a:spcBef>
                <a:spcPts val="0"/>
              </a:spcBef>
              <a:spcAft>
                <a:spcPts val="0"/>
              </a:spcAft>
              <a:buNone/>
            </a:pPr>
            <a:fld id="{00000000-1234-1234-1234-123412341234}" type="slidenum">
              <a:rPr lang="en-GB"/>
              <a:t>‹#›</a:t>
            </a:fld>
            <a:endParaRPr lang="en-GB"/>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71"/>
        <p:cNvGrpSpPr/>
        <p:nvPr/>
      </p:nvGrpSpPr>
      <p:grpSpPr>
        <a:xfrm>
          <a:off x="0" y="0"/>
          <a:ext cx="0" cy="0"/>
          <a:chOff x="0" y="0"/>
          <a:chExt cx="0" cy="0"/>
        </a:xfrm>
      </p:grpSpPr>
      <p:sp>
        <p:nvSpPr>
          <p:cNvPr id="1048660" name="Google Shape;72;p11"/>
          <p:cNvSpPr txBox="1">
            <a:spLocks noGrp="1"/>
          </p:cNvSpPr>
          <p:nvPr>
            <p:ph type="title"/>
          </p:nvPr>
        </p:nvSpPr>
        <p:spPr>
          <a:xfrm>
            <a:off x="812800" y="274638"/>
            <a:ext cx="10668000" cy="4875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Clr>
                <a:srgbClr val="FF0000"/>
              </a:buClr>
              <a:buSzPts val="1800"/>
              <a:buNone/>
            </a:lvl1pPr>
            <a:lvl2pPr lvl="1" rtl="0">
              <a:spcBef>
                <a:spcPts val="0"/>
              </a:spcBef>
              <a:spcAft>
                <a:spcPts val="0"/>
              </a:spcAft>
              <a:buSzPts val="1400"/>
              <a:buNone/>
            </a:lvl2pPr>
            <a:lvl3pPr lvl="2" rtl="0">
              <a:spcBef>
                <a:spcPts val="0"/>
              </a:spcBef>
              <a:spcAft>
                <a:spcPts val="0"/>
              </a:spcAft>
              <a:buSzPts val="1400"/>
              <a:buNone/>
            </a:lvl3pPr>
            <a:lvl4pPr lvl="3" rtl="0">
              <a:spcBef>
                <a:spcPts val="0"/>
              </a:spcBef>
              <a:spcAft>
                <a:spcPts val="0"/>
              </a:spcAft>
              <a:buSzPts val="1400"/>
              <a:buNone/>
            </a:lvl4pPr>
            <a:lvl5pPr lvl="4" rtl="0">
              <a:spcBef>
                <a:spcPts val="0"/>
              </a:spcBef>
              <a:spcAft>
                <a:spcPts val="0"/>
              </a:spcAft>
              <a:buSzPts val="1400"/>
              <a:buNone/>
            </a:lvl5pPr>
            <a:lvl6pPr lvl="5" rtl="0">
              <a:spcBef>
                <a:spcPts val="0"/>
              </a:spcBef>
              <a:spcAft>
                <a:spcPts val="0"/>
              </a:spcAft>
              <a:buSzPts val="1400"/>
              <a:buNone/>
            </a:lvl6pPr>
            <a:lvl7pPr lvl="6" rtl="0">
              <a:spcBef>
                <a:spcPts val="0"/>
              </a:spcBef>
              <a:spcAft>
                <a:spcPts val="0"/>
              </a:spcAft>
              <a:buSzPts val="1400"/>
              <a:buNone/>
            </a:lvl7pPr>
            <a:lvl8pPr lvl="7" rtl="0">
              <a:spcBef>
                <a:spcPts val="0"/>
              </a:spcBef>
              <a:spcAft>
                <a:spcPts val="0"/>
              </a:spcAft>
              <a:buSzPts val="1400"/>
              <a:buNone/>
            </a:lvl8pPr>
            <a:lvl9pPr lvl="8" rtl="0">
              <a:spcBef>
                <a:spcPts val="0"/>
              </a:spcBef>
              <a:spcAft>
                <a:spcPts val="0"/>
              </a:spcAft>
              <a:buSzPts val="1400"/>
              <a:buNone/>
            </a:lvl9pPr>
          </a:lstStyle>
          <a:p>
            <a:endParaRPr/>
          </a:p>
        </p:txBody>
      </p:sp>
      <p:sp>
        <p:nvSpPr>
          <p:cNvPr id="1048661" name="Google Shape;73;p11"/>
          <p:cNvSpPr txBox="1">
            <a:spLocks noGrp="1"/>
          </p:cNvSpPr>
          <p:nvPr>
            <p:ph type="body" idx="1"/>
          </p:nvPr>
        </p:nvSpPr>
        <p:spPr>
          <a:xfrm rot="5400000">
            <a:off x="3670300" y="-1714499"/>
            <a:ext cx="4953000" cy="10668000"/>
          </a:xfrm>
          <a:prstGeom prst="rect">
            <a:avLst/>
          </a:prstGeom>
          <a:noFill/>
          <a:ln>
            <a:noFill/>
          </a:ln>
        </p:spPr>
        <p:txBody>
          <a:bodyPr spcFirstLastPara="1" wrap="square" lIns="91425" tIns="45700" rIns="91425" bIns="45700" anchor="t" anchorCtr="0">
            <a:normAutofit/>
          </a:bodyPr>
          <a:lstStyle>
            <a:lvl1pPr marL="457200" lvl="0" indent="-342900" algn="l" rtl="0">
              <a:spcBef>
                <a:spcPts val="360"/>
              </a:spcBef>
              <a:spcAft>
                <a:spcPts val="0"/>
              </a:spcAft>
              <a:buClr>
                <a:schemeClr val="dk1"/>
              </a:buClr>
              <a:buSzPts val="1800"/>
              <a:buChar char="•"/>
            </a:lvl1pPr>
            <a:lvl2pPr marL="914400" lvl="1" indent="-342900" algn="l" rtl="0">
              <a:spcBef>
                <a:spcPts val="360"/>
              </a:spcBef>
              <a:spcAft>
                <a:spcPts val="0"/>
              </a:spcAft>
              <a:buClr>
                <a:schemeClr val="dk1"/>
              </a:buClr>
              <a:buSzPts val="1800"/>
              <a:buChar char="–"/>
            </a:lvl2pPr>
            <a:lvl3pPr marL="1371600" lvl="2" indent="-342900" algn="l" rtl="0">
              <a:spcBef>
                <a:spcPts val="360"/>
              </a:spcBef>
              <a:spcAft>
                <a:spcPts val="0"/>
              </a:spcAft>
              <a:buClr>
                <a:schemeClr val="dk1"/>
              </a:buClr>
              <a:buSzPts val="1800"/>
              <a:buChar char="•"/>
            </a:lvl3pPr>
            <a:lvl4pPr marL="1828800" lvl="3" indent="-342900" algn="l" rtl="0">
              <a:spcBef>
                <a:spcPts val="360"/>
              </a:spcBef>
              <a:spcAft>
                <a:spcPts val="0"/>
              </a:spcAft>
              <a:buClr>
                <a:schemeClr val="dk1"/>
              </a:buClr>
              <a:buSzPts val="1800"/>
              <a:buChar char="–"/>
            </a:lvl4pPr>
            <a:lvl5pPr marL="2286000" lvl="4" indent="-342900" algn="l" rtl="0">
              <a:spcBef>
                <a:spcPts val="360"/>
              </a:spcBef>
              <a:spcAft>
                <a:spcPts val="0"/>
              </a:spcAft>
              <a:buClr>
                <a:schemeClr val="dk1"/>
              </a:buClr>
              <a:buSzPts val="1800"/>
              <a:buChar char="»"/>
            </a:lvl5pPr>
            <a:lvl6pPr marL="2743200" lvl="5" indent="-342900" algn="l" rtl="0">
              <a:spcBef>
                <a:spcPts val="360"/>
              </a:spcBef>
              <a:spcAft>
                <a:spcPts val="0"/>
              </a:spcAft>
              <a:buClr>
                <a:schemeClr val="dk1"/>
              </a:buClr>
              <a:buSzPts val="1800"/>
              <a:buChar char="•"/>
            </a:lvl6pPr>
            <a:lvl7pPr marL="3200400" lvl="6" indent="-342900" algn="l" rtl="0">
              <a:spcBef>
                <a:spcPts val="360"/>
              </a:spcBef>
              <a:spcAft>
                <a:spcPts val="0"/>
              </a:spcAft>
              <a:buClr>
                <a:schemeClr val="dk1"/>
              </a:buClr>
              <a:buSzPts val="1800"/>
              <a:buChar char="•"/>
            </a:lvl7pPr>
            <a:lvl8pPr marL="3657600" lvl="7" indent="-342900" algn="l" rtl="0">
              <a:spcBef>
                <a:spcPts val="360"/>
              </a:spcBef>
              <a:spcAft>
                <a:spcPts val="0"/>
              </a:spcAft>
              <a:buClr>
                <a:schemeClr val="dk1"/>
              </a:buClr>
              <a:buSzPts val="1800"/>
              <a:buChar char="•"/>
            </a:lvl8pPr>
            <a:lvl9pPr marL="4114800" lvl="8" indent="-342900" algn="l" rtl="0">
              <a:spcBef>
                <a:spcPts val="360"/>
              </a:spcBef>
              <a:spcAft>
                <a:spcPts val="0"/>
              </a:spcAft>
              <a:buClr>
                <a:schemeClr val="dk1"/>
              </a:buClr>
              <a:buSzPts val="1800"/>
              <a:buChar char="•"/>
            </a:lvl9pPr>
          </a:lstStyle>
          <a:p>
            <a:endParaRPr/>
          </a:p>
        </p:txBody>
      </p:sp>
      <p:sp>
        <p:nvSpPr>
          <p:cNvPr id="1048662" name="Google Shape;74;p11"/>
          <p:cNvSpPr txBox="1">
            <a:spLocks noGrp="1"/>
          </p:cNvSpPr>
          <p:nvPr>
            <p:ph type="dt" idx="10"/>
          </p:nvPr>
        </p:nvSpPr>
        <p:spPr>
          <a:xfrm>
            <a:off x="609600" y="6356353"/>
            <a:ext cx="28449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lvl1pPr>
            <a:lvl2pPr lvl="1" algn="l" rtl="0">
              <a:spcBef>
                <a:spcPts val="0"/>
              </a:spcBef>
              <a:spcAft>
                <a:spcPts val="0"/>
              </a:spcAft>
              <a:buSzPts val="1400"/>
              <a:buNone/>
            </a:lvl2pPr>
            <a:lvl3pPr lvl="2" algn="l" rtl="0">
              <a:spcBef>
                <a:spcPts val="0"/>
              </a:spcBef>
              <a:spcAft>
                <a:spcPts val="0"/>
              </a:spcAft>
              <a:buSzPts val="1400"/>
              <a:buNone/>
            </a:lvl3pPr>
            <a:lvl4pPr lvl="3" algn="l" rtl="0">
              <a:spcBef>
                <a:spcPts val="0"/>
              </a:spcBef>
              <a:spcAft>
                <a:spcPts val="0"/>
              </a:spcAft>
              <a:buSzPts val="1400"/>
              <a:buNone/>
            </a:lvl4pPr>
            <a:lvl5pPr lvl="4" algn="l" rtl="0">
              <a:spcBef>
                <a:spcPts val="0"/>
              </a:spcBef>
              <a:spcAft>
                <a:spcPts val="0"/>
              </a:spcAft>
              <a:buSzPts val="1400"/>
              <a:buNone/>
            </a:lvl5pPr>
            <a:lvl6pPr lvl="5" algn="l" rtl="0">
              <a:spcBef>
                <a:spcPts val="0"/>
              </a:spcBef>
              <a:spcAft>
                <a:spcPts val="0"/>
              </a:spcAft>
              <a:buSzPts val="1400"/>
              <a:buNone/>
            </a:lvl6pPr>
            <a:lvl7pPr lvl="6" algn="l" rtl="0">
              <a:spcBef>
                <a:spcPts val="0"/>
              </a:spcBef>
              <a:spcAft>
                <a:spcPts val="0"/>
              </a:spcAft>
              <a:buSzPts val="1400"/>
              <a:buNone/>
            </a:lvl7pPr>
            <a:lvl8pPr lvl="7" algn="l" rtl="0">
              <a:spcBef>
                <a:spcPts val="0"/>
              </a:spcBef>
              <a:spcAft>
                <a:spcPts val="0"/>
              </a:spcAft>
              <a:buSzPts val="1400"/>
              <a:buNone/>
            </a:lvl8pPr>
            <a:lvl9pPr lvl="8" algn="l" rtl="0">
              <a:spcBef>
                <a:spcPts val="0"/>
              </a:spcBef>
              <a:spcAft>
                <a:spcPts val="0"/>
              </a:spcAft>
              <a:buSzPts val="1400"/>
              <a:buNone/>
            </a:lvl9pPr>
          </a:lstStyle>
          <a:p>
            <a:endParaRPr/>
          </a:p>
        </p:txBody>
      </p:sp>
      <p:sp>
        <p:nvSpPr>
          <p:cNvPr id="1048663" name="Google Shape;75;p11"/>
          <p:cNvSpPr txBox="1">
            <a:spLocks noGrp="1"/>
          </p:cNvSpPr>
          <p:nvPr>
            <p:ph type="ftr" idx="11"/>
          </p:nvPr>
        </p:nvSpPr>
        <p:spPr>
          <a:xfrm>
            <a:off x="4165600" y="6356353"/>
            <a:ext cx="38607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lvl1pPr>
            <a:lvl2pPr lvl="1" algn="l" rtl="0">
              <a:spcBef>
                <a:spcPts val="0"/>
              </a:spcBef>
              <a:spcAft>
                <a:spcPts val="0"/>
              </a:spcAft>
              <a:buSzPts val="1400"/>
              <a:buNone/>
            </a:lvl2pPr>
            <a:lvl3pPr lvl="2" algn="l" rtl="0">
              <a:spcBef>
                <a:spcPts val="0"/>
              </a:spcBef>
              <a:spcAft>
                <a:spcPts val="0"/>
              </a:spcAft>
              <a:buSzPts val="1400"/>
              <a:buNone/>
            </a:lvl3pPr>
            <a:lvl4pPr lvl="3" algn="l" rtl="0">
              <a:spcBef>
                <a:spcPts val="0"/>
              </a:spcBef>
              <a:spcAft>
                <a:spcPts val="0"/>
              </a:spcAft>
              <a:buSzPts val="1400"/>
              <a:buNone/>
            </a:lvl4pPr>
            <a:lvl5pPr lvl="4" algn="l" rtl="0">
              <a:spcBef>
                <a:spcPts val="0"/>
              </a:spcBef>
              <a:spcAft>
                <a:spcPts val="0"/>
              </a:spcAft>
              <a:buSzPts val="1400"/>
              <a:buNone/>
            </a:lvl5pPr>
            <a:lvl6pPr lvl="5" algn="l" rtl="0">
              <a:spcBef>
                <a:spcPts val="0"/>
              </a:spcBef>
              <a:spcAft>
                <a:spcPts val="0"/>
              </a:spcAft>
              <a:buSzPts val="1400"/>
              <a:buNone/>
            </a:lvl6pPr>
            <a:lvl7pPr lvl="6" algn="l" rtl="0">
              <a:spcBef>
                <a:spcPts val="0"/>
              </a:spcBef>
              <a:spcAft>
                <a:spcPts val="0"/>
              </a:spcAft>
              <a:buSzPts val="1400"/>
              <a:buNone/>
            </a:lvl7pPr>
            <a:lvl8pPr lvl="7" algn="l" rtl="0">
              <a:spcBef>
                <a:spcPts val="0"/>
              </a:spcBef>
              <a:spcAft>
                <a:spcPts val="0"/>
              </a:spcAft>
              <a:buSzPts val="1400"/>
              <a:buNone/>
            </a:lvl8pPr>
            <a:lvl9pPr lvl="8" algn="l" rtl="0">
              <a:spcBef>
                <a:spcPts val="0"/>
              </a:spcBef>
              <a:spcAft>
                <a:spcPts val="0"/>
              </a:spcAft>
              <a:buSzPts val="1400"/>
              <a:buNone/>
            </a:lvl9pPr>
          </a:lstStyle>
          <a:p>
            <a:endParaRPr/>
          </a:p>
        </p:txBody>
      </p:sp>
      <p:sp>
        <p:nvSpPr>
          <p:cNvPr id="1048664" name="Google Shape;76;p11"/>
          <p:cNvSpPr txBox="1">
            <a:spLocks noGrp="1"/>
          </p:cNvSpPr>
          <p:nvPr>
            <p:ph type="sldNum" idx="12"/>
          </p:nvPr>
        </p:nvSpPr>
        <p:spPr>
          <a:xfrm>
            <a:off x="8737600" y="6356353"/>
            <a:ext cx="28449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lvl1pPr>
            <a:lvl2pPr marL="0" lvl="1" indent="0" algn="r" rtl="0">
              <a:spcBef>
                <a:spcPts val="0"/>
              </a:spcBef>
              <a:buNone/>
            </a:lvl2pPr>
            <a:lvl3pPr marL="0" lvl="2" indent="0" algn="r" rtl="0">
              <a:spcBef>
                <a:spcPts val="0"/>
              </a:spcBef>
              <a:buNone/>
            </a:lvl3pPr>
            <a:lvl4pPr marL="0" lvl="3" indent="0" algn="r" rtl="0">
              <a:spcBef>
                <a:spcPts val="0"/>
              </a:spcBef>
              <a:buNone/>
            </a:lvl4pPr>
            <a:lvl5pPr marL="0" lvl="4" indent="0" algn="r" rtl="0">
              <a:spcBef>
                <a:spcPts val="0"/>
              </a:spcBef>
              <a:buNone/>
            </a:lvl5pPr>
            <a:lvl6pPr marL="0" lvl="5" indent="0" algn="r" rtl="0">
              <a:spcBef>
                <a:spcPts val="0"/>
              </a:spcBef>
              <a:buNone/>
            </a:lvl6pPr>
            <a:lvl7pPr marL="0" lvl="6" indent="0" algn="r" rtl="0">
              <a:spcBef>
                <a:spcPts val="0"/>
              </a:spcBef>
              <a:buNone/>
            </a:lvl7pPr>
            <a:lvl8pPr marL="0" lvl="7" indent="0" algn="r" rtl="0">
              <a:spcBef>
                <a:spcPts val="0"/>
              </a:spcBef>
              <a:buNone/>
            </a:lvl8pPr>
            <a:lvl9pPr marL="0" lvl="8" indent="0" algn="r" rtl="0">
              <a:spcBef>
                <a:spcPts val="0"/>
              </a:spcBef>
              <a:buNone/>
            </a:lvl9pPr>
          </a:lstStyle>
          <a:p>
            <a:pPr marL="0" lvl="0" indent="0" algn="r" rtl="0">
              <a:spcBef>
                <a:spcPts val="0"/>
              </a:spcBef>
              <a:spcAft>
                <a:spcPts val="0"/>
              </a:spcAft>
              <a:buNone/>
            </a:pPr>
            <a:fld id="{00000000-1234-1234-1234-123412341234}" type="slidenum">
              <a:rPr lang="en-GB"/>
              <a:t>‹#›</a:t>
            </a:fld>
            <a:endParaRPr lang="en-GB"/>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77"/>
        <p:cNvGrpSpPr/>
        <p:nvPr/>
      </p:nvGrpSpPr>
      <p:grpSpPr>
        <a:xfrm>
          <a:off x="0" y="0"/>
          <a:ext cx="0" cy="0"/>
          <a:chOff x="0" y="0"/>
          <a:chExt cx="0" cy="0"/>
        </a:xfrm>
      </p:grpSpPr>
      <p:sp>
        <p:nvSpPr>
          <p:cNvPr id="1048649" name="Google Shape;78;p12"/>
          <p:cNvSpPr txBox="1">
            <a:spLocks noGrp="1"/>
          </p:cNvSpPr>
          <p:nvPr>
            <p:ph type="title"/>
          </p:nvPr>
        </p:nvSpPr>
        <p:spPr>
          <a:xfrm rot="5400000">
            <a:off x="7285050" y="1828791"/>
            <a:ext cx="5851500" cy="27432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Clr>
                <a:srgbClr val="FF0000"/>
              </a:buClr>
              <a:buSzPts val="1800"/>
              <a:buNone/>
            </a:lvl1pPr>
            <a:lvl2pPr lvl="1" rtl="0">
              <a:spcBef>
                <a:spcPts val="0"/>
              </a:spcBef>
              <a:spcAft>
                <a:spcPts val="0"/>
              </a:spcAft>
              <a:buSzPts val="1400"/>
              <a:buNone/>
            </a:lvl2pPr>
            <a:lvl3pPr lvl="2" rtl="0">
              <a:spcBef>
                <a:spcPts val="0"/>
              </a:spcBef>
              <a:spcAft>
                <a:spcPts val="0"/>
              </a:spcAft>
              <a:buSzPts val="1400"/>
              <a:buNone/>
            </a:lvl3pPr>
            <a:lvl4pPr lvl="3" rtl="0">
              <a:spcBef>
                <a:spcPts val="0"/>
              </a:spcBef>
              <a:spcAft>
                <a:spcPts val="0"/>
              </a:spcAft>
              <a:buSzPts val="1400"/>
              <a:buNone/>
            </a:lvl4pPr>
            <a:lvl5pPr lvl="4" rtl="0">
              <a:spcBef>
                <a:spcPts val="0"/>
              </a:spcBef>
              <a:spcAft>
                <a:spcPts val="0"/>
              </a:spcAft>
              <a:buSzPts val="1400"/>
              <a:buNone/>
            </a:lvl5pPr>
            <a:lvl6pPr lvl="5" rtl="0">
              <a:spcBef>
                <a:spcPts val="0"/>
              </a:spcBef>
              <a:spcAft>
                <a:spcPts val="0"/>
              </a:spcAft>
              <a:buSzPts val="1400"/>
              <a:buNone/>
            </a:lvl6pPr>
            <a:lvl7pPr lvl="6" rtl="0">
              <a:spcBef>
                <a:spcPts val="0"/>
              </a:spcBef>
              <a:spcAft>
                <a:spcPts val="0"/>
              </a:spcAft>
              <a:buSzPts val="1400"/>
              <a:buNone/>
            </a:lvl7pPr>
            <a:lvl8pPr lvl="7" rtl="0">
              <a:spcBef>
                <a:spcPts val="0"/>
              </a:spcBef>
              <a:spcAft>
                <a:spcPts val="0"/>
              </a:spcAft>
              <a:buSzPts val="1400"/>
              <a:buNone/>
            </a:lvl8pPr>
            <a:lvl9pPr lvl="8" rtl="0">
              <a:spcBef>
                <a:spcPts val="0"/>
              </a:spcBef>
              <a:spcAft>
                <a:spcPts val="0"/>
              </a:spcAft>
              <a:buSzPts val="1400"/>
              <a:buNone/>
            </a:lvl9pPr>
          </a:lstStyle>
          <a:p>
            <a:endParaRPr/>
          </a:p>
        </p:txBody>
      </p:sp>
      <p:sp>
        <p:nvSpPr>
          <p:cNvPr id="1048650" name="Google Shape;79;p12"/>
          <p:cNvSpPr txBox="1">
            <a:spLocks noGrp="1"/>
          </p:cNvSpPr>
          <p:nvPr>
            <p:ph type="body" idx="1"/>
          </p:nvPr>
        </p:nvSpPr>
        <p:spPr>
          <a:xfrm rot="5400000">
            <a:off x="1697000" y="-812859"/>
            <a:ext cx="5851500" cy="8026500"/>
          </a:xfrm>
          <a:prstGeom prst="rect">
            <a:avLst/>
          </a:prstGeom>
          <a:noFill/>
          <a:ln>
            <a:noFill/>
          </a:ln>
        </p:spPr>
        <p:txBody>
          <a:bodyPr spcFirstLastPara="1" wrap="square" lIns="91425" tIns="45700" rIns="91425" bIns="45700" anchor="t" anchorCtr="0">
            <a:normAutofit/>
          </a:bodyPr>
          <a:lstStyle>
            <a:lvl1pPr marL="457200" lvl="0" indent="-342900" algn="l" rtl="0">
              <a:spcBef>
                <a:spcPts val="360"/>
              </a:spcBef>
              <a:spcAft>
                <a:spcPts val="0"/>
              </a:spcAft>
              <a:buClr>
                <a:schemeClr val="dk1"/>
              </a:buClr>
              <a:buSzPts val="1800"/>
              <a:buChar char="•"/>
            </a:lvl1pPr>
            <a:lvl2pPr marL="914400" lvl="1" indent="-342900" algn="l" rtl="0">
              <a:spcBef>
                <a:spcPts val="360"/>
              </a:spcBef>
              <a:spcAft>
                <a:spcPts val="0"/>
              </a:spcAft>
              <a:buClr>
                <a:schemeClr val="dk1"/>
              </a:buClr>
              <a:buSzPts val="1800"/>
              <a:buChar char="–"/>
            </a:lvl2pPr>
            <a:lvl3pPr marL="1371600" lvl="2" indent="-342900" algn="l" rtl="0">
              <a:spcBef>
                <a:spcPts val="360"/>
              </a:spcBef>
              <a:spcAft>
                <a:spcPts val="0"/>
              </a:spcAft>
              <a:buClr>
                <a:schemeClr val="dk1"/>
              </a:buClr>
              <a:buSzPts val="1800"/>
              <a:buChar char="•"/>
            </a:lvl3pPr>
            <a:lvl4pPr marL="1828800" lvl="3" indent="-342900" algn="l" rtl="0">
              <a:spcBef>
                <a:spcPts val="360"/>
              </a:spcBef>
              <a:spcAft>
                <a:spcPts val="0"/>
              </a:spcAft>
              <a:buClr>
                <a:schemeClr val="dk1"/>
              </a:buClr>
              <a:buSzPts val="1800"/>
              <a:buChar char="–"/>
            </a:lvl4pPr>
            <a:lvl5pPr marL="2286000" lvl="4" indent="-342900" algn="l" rtl="0">
              <a:spcBef>
                <a:spcPts val="360"/>
              </a:spcBef>
              <a:spcAft>
                <a:spcPts val="0"/>
              </a:spcAft>
              <a:buClr>
                <a:schemeClr val="dk1"/>
              </a:buClr>
              <a:buSzPts val="1800"/>
              <a:buChar char="»"/>
            </a:lvl5pPr>
            <a:lvl6pPr marL="2743200" lvl="5" indent="-342900" algn="l" rtl="0">
              <a:spcBef>
                <a:spcPts val="360"/>
              </a:spcBef>
              <a:spcAft>
                <a:spcPts val="0"/>
              </a:spcAft>
              <a:buClr>
                <a:schemeClr val="dk1"/>
              </a:buClr>
              <a:buSzPts val="1800"/>
              <a:buChar char="•"/>
            </a:lvl6pPr>
            <a:lvl7pPr marL="3200400" lvl="6" indent="-342900" algn="l" rtl="0">
              <a:spcBef>
                <a:spcPts val="360"/>
              </a:spcBef>
              <a:spcAft>
                <a:spcPts val="0"/>
              </a:spcAft>
              <a:buClr>
                <a:schemeClr val="dk1"/>
              </a:buClr>
              <a:buSzPts val="1800"/>
              <a:buChar char="•"/>
            </a:lvl7pPr>
            <a:lvl8pPr marL="3657600" lvl="7" indent="-342900" algn="l" rtl="0">
              <a:spcBef>
                <a:spcPts val="360"/>
              </a:spcBef>
              <a:spcAft>
                <a:spcPts val="0"/>
              </a:spcAft>
              <a:buClr>
                <a:schemeClr val="dk1"/>
              </a:buClr>
              <a:buSzPts val="1800"/>
              <a:buChar char="•"/>
            </a:lvl8pPr>
            <a:lvl9pPr marL="4114800" lvl="8" indent="-342900" algn="l" rtl="0">
              <a:spcBef>
                <a:spcPts val="360"/>
              </a:spcBef>
              <a:spcAft>
                <a:spcPts val="0"/>
              </a:spcAft>
              <a:buClr>
                <a:schemeClr val="dk1"/>
              </a:buClr>
              <a:buSzPts val="1800"/>
              <a:buChar char="•"/>
            </a:lvl9pPr>
          </a:lstStyle>
          <a:p>
            <a:endParaRPr/>
          </a:p>
        </p:txBody>
      </p:sp>
      <p:sp>
        <p:nvSpPr>
          <p:cNvPr id="1048651" name="Google Shape;80;p12"/>
          <p:cNvSpPr txBox="1">
            <a:spLocks noGrp="1"/>
          </p:cNvSpPr>
          <p:nvPr>
            <p:ph type="dt" idx="10"/>
          </p:nvPr>
        </p:nvSpPr>
        <p:spPr>
          <a:xfrm>
            <a:off x="609600" y="6356353"/>
            <a:ext cx="28449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lvl1pPr>
            <a:lvl2pPr lvl="1" algn="l" rtl="0">
              <a:spcBef>
                <a:spcPts val="0"/>
              </a:spcBef>
              <a:spcAft>
                <a:spcPts val="0"/>
              </a:spcAft>
              <a:buSzPts val="1400"/>
              <a:buNone/>
            </a:lvl2pPr>
            <a:lvl3pPr lvl="2" algn="l" rtl="0">
              <a:spcBef>
                <a:spcPts val="0"/>
              </a:spcBef>
              <a:spcAft>
                <a:spcPts val="0"/>
              </a:spcAft>
              <a:buSzPts val="1400"/>
              <a:buNone/>
            </a:lvl3pPr>
            <a:lvl4pPr lvl="3" algn="l" rtl="0">
              <a:spcBef>
                <a:spcPts val="0"/>
              </a:spcBef>
              <a:spcAft>
                <a:spcPts val="0"/>
              </a:spcAft>
              <a:buSzPts val="1400"/>
              <a:buNone/>
            </a:lvl4pPr>
            <a:lvl5pPr lvl="4" algn="l" rtl="0">
              <a:spcBef>
                <a:spcPts val="0"/>
              </a:spcBef>
              <a:spcAft>
                <a:spcPts val="0"/>
              </a:spcAft>
              <a:buSzPts val="1400"/>
              <a:buNone/>
            </a:lvl5pPr>
            <a:lvl6pPr lvl="5" algn="l" rtl="0">
              <a:spcBef>
                <a:spcPts val="0"/>
              </a:spcBef>
              <a:spcAft>
                <a:spcPts val="0"/>
              </a:spcAft>
              <a:buSzPts val="1400"/>
              <a:buNone/>
            </a:lvl6pPr>
            <a:lvl7pPr lvl="6" algn="l" rtl="0">
              <a:spcBef>
                <a:spcPts val="0"/>
              </a:spcBef>
              <a:spcAft>
                <a:spcPts val="0"/>
              </a:spcAft>
              <a:buSzPts val="1400"/>
              <a:buNone/>
            </a:lvl7pPr>
            <a:lvl8pPr lvl="7" algn="l" rtl="0">
              <a:spcBef>
                <a:spcPts val="0"/>
              </a:spcBef>
              <a:spcAft>
                <a:spcPts val="0"/>
              </a:spcAft>
              <a:buSzPts val="1400"/>
              <a:buNone/>
            </a:lvl8pPr>
            <a:lvl9pPr lvl="8" algn="l" rtl="0">
              <a:spcBef>
                <a:spcPts val="0"/>
              </a:spcBef>
              <a:spcAft>
                <a:spcPts val="0"/>
              </a:spcAft>
              <a:buSzPts val="1400"/>
              <a:buNone/>
            </a:lvl9pPr>
          </a:lstStyle>
          <a:p>
            <a:endParaRPr/>
          </a:p>
        </p:txBody>
      </p:sp>
      <p:sp>
        <p:nvSpPr>
          <p:cNvPr id="1048652" name="Google Shape;81;p12"/>
          <p:cNvSpPr txBox="1">
            <a:spLocks noGrp="1"/>
          </p:cNvSpPr>
          <p:nvPr>
            <p:ph type="ftr" idx="11"/>
          </p:nvPr>
        </p:nvSpPr>
        <p:spPr>
          <a:xfrm>
            <a:off x="4165600" y="6356353"/>
            <a:ext cx="38607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lvl1pPr>
            <a:lvl2pPr lvl="1" algn="l" rtl="0">
              <a:spcBef>
                <a:spcPts val="0"/>
              </a:spcBef>
              <a:spcAft>
                <a:spcPts val="0"/>
              </a:spcAft>
              <a:buSzPts val="1400"/>
              <a:buNone/>
            </a:lvl2pPr>
            <a:lvl3pPr lvl="2" algn="l" rtl="0">
              <a:spcBef>
                <a:spcPts val="0"/>
              </a:spcBef>
              <a:spcAft>
                <a:spcPts val="0"/>
              </a:spcAft>
              <a:buSzPts val="1400"/>
              <a:buNone/>
            </a:lvl3pPr>
            <a:lvl4pPr lvl="3" algn="l" rtl="0">
              <a:spcBef>
                <a:spcPts val="0"/>
              </a:spcBef>
              <a:spcAft>
                <a:spcPts val="0"/>
              </a:spcAft>
              <a:buSzPts val="1400"/>
              <a:buNone/>
            </a:lvl4pPr>
            <a:lvl5pPr lvl="4" algn="l" rtl="0">
              <a:spcBef>
                <a:spcPts val="0"/>
              </a:spcBef>
              <a:spcAft>
                <a:spcPts val="0"/>
              </a:spcAft>
              <a:buSzPts val="1400"/>
              <a:buNone/>
            </a:lvl5pPr>
            <a:lvl6pPr lvl="5" algn="l" rtl="0">
              <a:spcBef>
                <a:spcPts val="0"/>
              </a:spcBef>
              <a:spcAft>
                <a:spcPts val="0"/>
              </a:spcAft>
              <a:buSzPts val="1400"/>
              <a:buNone/>
            </a:lvl6pPr>
            <a:lvl7pPr lvl="6" algn="l" rtl="0">
              <a:spcBef>
                <a:spcPts val="0"/>
              </a:spcBef>
              <a:spcAft>
                <a:spcPts val="0"/>
              </a:spcAft>
              <a:buSzPts val="1400"/>
              <a:buNone/>
            </a:lvl7pPr>
            <a:lvl8pPr lvl="7" algn="l" rtl="0">
              <a:spcBef>
                <a:spcPts val="0"/>
              </a:spcBef>
              <a:spcAft>
                <a:spcPts val="0"/>
              </a:spcAft>
              <a:buSzPts val="1400"/>
              <a:buNone/>
            </a:lvl8pPr>
            <a:lvl9pPr lvl="8" algn="l" rtl="0">
              <a:spcBef>
                <a:spcPts val="0"/>
              </a:spcBef>
              <a:spcAft>
                <a:spcPts val="0"/>
              </a:spcAft>
              <a:buSzPts val="1400"/>
              <a:buNone/>
            </a:lvl9pPr>
          </a:lstStyle>
          <a:p>
            <a:endParaRPr/>
          </a:p>
        </p:txBody>
      </p:sp>
      <p:sp>
        <p:nvSpPr>
          <p:cNvPr id="1048653" name="Google Shape;82;p12"/>
          <p:cNvSpPr txBox="1">
            <a:spLocks noGrp="1"/>
          </p:cNvSpPr>
          <p:nvPr>
            <p:ph type="sldNum" idx="12"/>
          </p:nvPr>
        </p:nvSpPr>
        <p:spPr>
          <a:xfrm>
            <a:off x="8737600" y="6356353"/>
            <a:ext cx="28449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lvl1pPr>
            <a:lvl2pPr marL="0" lvl="1" indent="0" algn="r" rtl="0">
              <a:spcBef>
                <a:spcPts val="0"/>
              </a:spcBef>
              <a:buNone/>
            </a:lvl2pPr>
            <a:lvl3pPr marL="0" lvl="2" indent="0" algn="r" rtl="0">
              <a:spcBef>
                <a:spcPts val="0"/>
              </a:spcBef>
              <a:buNone/>
            </a:lvl3pPr>
            <a:lvl4pPr marL="0" lvl="3" indent="0" algn="r" rtl="0">
              <a:spcBef>
                <a:spcPts val="0"/>
              </a:spcBef>
              <a:buNone/>
            </a:lvl4pPr>
            <a:lvl5pPr marL="0" lvl="4" indent="0" algn="r" rtl="0">
              <a:spcBef>
                <a:spcPts val="0"/>
              </a:spcBef>
              <a:buNone/>
            </a:lvl5pPr>
            <a:lvl6pPr marL="0" lvl="5" indent="0" algn="r" rtl="0">
              <a:spcBef>
                <a:spcPts val="0"/>
              </a:spcBef>
              <a:buNone/>
            </a:lvl6pPr>
            <a:lvl7pPr marL="0" lvl="6" indent="0" algn="r" rtl="0">
              <a:spcBef>
                <a:spcPts val="0"/>
              </a:spcBef>
              <a:buNone/>
            </a:lvl7pPr>
            <a:lvl8pPr marL="0" lvl="7" indent="0" algn="r" rtl="0">
              <a:spcBef>
                <a:spcPts val="0"/>
              </a:spcBef>
              <a:buNone/>
            </a:lvl8pPr>
            <a:lvl9pPr marL="0" lvl="8" indent="0" algn="r" rtl="0">
              <a:spcBef>
                <a:spcPts val="0"/>
              </a:spcBef>
              <a:buNone/>
            </a:lvl9pPr>
          </a:lstStyle>
          <a:p>
            <a:pPr marL="0" lvl="0" indent="0" algn="r" rtl="0">
              <a:spcBef>
                <a:spcPts val="0"/>
              </a:spcBef>
              <a:spcAft>
                <a:spcPts val="0"/>
              </a:spcAft>
              <a:buNone/>
            </a:pPr>
            <a:fld id="{00000000-1234-1234-1234-123412341234}" type="slidenum">
              <a:rPr lang="en-GB"/>
              <a:t>‹#›</a:t>
            </a:fld>
            <a:endParaRPr lang="en-GB"/>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5"/>
        <p:cNvGrpSpPr/>
        <p:nvPr/>
      </p:nvGrpSpPr>
      <p:grpSpPr>
        <a:xfrm>
          <a:off x="0" y="0"/>
          <a:ext cx="0" cy="0"/>
          <a:chOff x="0" y="0"/>
          <a:chExt cx="0" cy="0"/>
        </a:xfrm>
      </p:grpSpPr>
      <p:sp>
        <p:nvSpPr>
          <p:cNvPr id="1048576" name="Google Shape;6;p1"/>
          <p:cNvSpPr txBox="1">
            <a:spLocks noGrp="1"/>
          </p:cNvSpPr>
          <p:nvPr>
            <p:ph type="title"/>
          </p:nvPr>
        </p:nvSpPr>
        <p:spPr>
          <a:xfrm>
            <a:off x="812800" y="274638"/>
            <a:ext cx="10668000" cy="487500"/>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Clr>
                <a:srgbClr val="FF0000"/>
              </a:buClr>
              <a:buSzPts val="2800"/>
              <a:buFont typeface="Verdana"/>
              <a:buNone/>
              <a:defRPr sz="2800" b="1" i="0" u="none" strike="noStrike" cap="none">
                <a:solidFill>
                  <a:srgbClr val="FF0000"/>
                </a:solidFill>
                <a:latin typeface="Verdana"/>
                <a:ea typeface="Verdana"/>
                <a:cs typeface="Verdana"/>
                <a:sym typeface="Verdana"/>
              </a:defRPr>
            </a:lvl1pPr>
            <a:lvl2pPr lvl="1" rtl="0">
              <a:spcBef>
                <a:spcPts val="0"/>
              </a:spcBef>
              <a:spcAft>
                <a:spcPts val="0"/>
              </a:spcAft>
              <a:buSzPts val="1400"/>
              <a:buNone/>
              <a:defRPr sz="1800"/>
            </a:lvl2pPr>
            <a:lvl3pPr lvl="2" rtl="0">
              <a:spcBef>
                <a:spcPts val="0"/>
              </a:spcBef>
              <a:spcAft>
                <a:spcPts val="0"/>
              </a:spcAft>
              <a:buSzPts val="1400"/>
              <a:buNone/>
              <a:defRPr sz="1800"/>
            </a:lvl3pPr>
            <a:lvl4pPr lvl="3" rtl="0">
              <a:spcBef>
                <a:spcPts val="0"/>
              </a:spcBef>
              <a:spcAft>
                <a:spcPts val="0"/>
              </a:spcAft>
              <a:buSzPts val="1400"/>
              <a:buNone/>
              <a:defRPr sz="1800"/>
            </a:lvl4pPr>
            <a:lvl5pPr lvl="4" rtl="0">
              <a:spcBef>
                <a:spcPts val="0"/>
              </a:spcBef>
              <a:spcAft>
                <a:spcPts val="0"/>
              </a:spcAft>
              <a:buSzPts val="1400"/>
              <a:buNone/>
              <a:defRPr sz="1800"/>
            </a:lvl5pPr>
            <a:lvl6pPr lvl="5" rtl="0">
              <a:spcBef>
                <a:spcPts val="0"/>
              </a:spcBef>
              <a:spcAft>
                <a:spcPts val="0"/>
              </a:spcAft>
              <a:buSzPts val="1400"/>
              <a:buNone/>
              <a:defRPr sz="1800"/>
            </a:lvl6pPr>
            <a:lvl7pPr lvl="6" rtl="0">
              <a:spcBef>
                <a:spcPts val="0"/>
              </a:spcBef>
              <a:spcAft>
                <a:spcPts val="0"/>
              </a:spcAft>
              <a:buSzPts val="1400"/>
              <a:buNone/>
              <a:defRPr sz="1800"/>
            </a:lvl7pPr>
            <a:lvl8pPr lvl="7" rtl="0">
              <a:spcBef>
                <a:spcPts val="0"/>
              </a:spcBef>
              <a:spcAft>
                <a:spcPts val="0"/>
              </a:spcAft>
              <a:buSzPts val="1400"/>
              <a:buNone/>
              <a:defRPr sz="1800"/>
            </a:lvl8pPr>
            <a:lvl9pPr lvl="8" rtl="0">
              <a:spcBef>
                <a:spcPts val="0"/>
              </a:spcBef>
              <a:spcAft>
                <a:spcPts val="0"/>
              </a:spcAft>
              <a:buSzPts val="1400"/>
              <a:buNone/>
              <a:defRPr sz="1800"/>
            </a:lvl9pPr>
          </a:lstStyle>
          <a:p>
            <a:endParaRPr/>
          </a:p>
        </p:txBody>
      </p:sp>
      <p:sp>
        <p:nvSpPr>
          <p:cNvPr id="1048577" name="Google Shape;7;p1"/>
          <p:cNvSpPr txBox="1">
            <a:spLocks noGrp="1"/>
          </p:cNvSpPr>
          <p:nvPr>
            <p:ph type="body" idx="1"/>
          </p:nvPr>
        </p:nvSpPr>
        <p:spPr>
          <a:xfrm>
            <a:off x="812800" y="1143001"/>
            <a:ext cx="10668000" cy="4953000"/>
          </a:xfrm>
          <a:prstGeom prst="rect">
            <a:avLst/>
          </a:prstGeom>
          <a:noFill/>
          <a:ln>
            <a:noFill/>
          </a:ln>
        </p:spPr>
        <p:txBody>
          <a:bodyPr spcFirstLastPara="1" wrap="square" lIns="91425" tIns="45700" rIns="91425" bIns="45700" anchor="t" anchorCtr="0">
            <a:normAutofit/>
          </a:bodyPr>
          <a:lstStyle>
            <a:lvl1pPr marL="457200" marR="0" lvl="0" indent="-381000" algn="l" rtl="0">
              <a:spcBef>
                <a:spcPts val="480"/>
              </a:spcBef>
              <a:spcAft>
                <a:spcPts val="0"/>
              </a:spcAft>
              <a:buClr>
                <a:schemeClr val="dk1"/>
              </a:buClr>
              <a:buSzPts val="2400"/>
              <a:buFont typeface="Arial"/>
              <a:buChar char="•"/>
              <a:defRPr sz="2400" b="0" i="0" u="none" strike="noStrike" cap="none">
                <a:solidFill>
                  <a:schemeClr val="dk1"/>
                </a:solidFill>
                <a:latin typeface="Verdana"/>
                <a:ea typeface="Verdana"/>
                <a:cs typeface="Verdana"/>
                <a:sym typeface="Verdana"/>
              </a:defRPr>
            </a:lvl1pPr>
            <a:lvl2pPr marL="914400" marR="0" lvl="1" indent="-355600" algn="l" rtl="0">
              <a:spcBef>
                <a:spcPts val="400"/>
              </a:spcBef>
              <a:spcAft>
                <a:spcPts val="0"/>
              </a:spcAft>
              <a:buClr>
                <a:schemeClr val="dk1"/>
              </a:buClr>
              <a:buSzPts val="2000"/>
              <a:buFont typeface="Arial"/>
              <a:buChar char="–"/>
              <a:defRPr sz="2000" b="0" i="0" u="none" strike="noStrike" cap="none">
                <a:solidFill>
                  <a:schemeClr val="dk1"/>
                </a:solidFill>
                <a:latin typeface="Verdana"/>
                <a:ea typeface="Verdana"/>
                <a:cs typeface="Verdana"/>
                <a:sym typeface="Verdana"/>
              </a:defRPr>
            </a:lvl2pPr>
            <a:lvl3pPr marL="1371600" marR="0" lvl="2" indent="-342900" algn="l" rtl="0">
              <a:spcBef>
                <a:spcPts val="360"/>
              </a:spcBef>
              <a:spcAft>
                <a:spcPts val="0"/>
              </a:spcAft>
              <a:buClr>
                <a:schemeClr val="dk1"/>
              </a:buClr>
              <a:buSzPts val="1800"/>
              <a:buFont typeface="Arial"/>
              <a:buChar char="•"/>
              <a:defRPr sz="1800" b="0" i="0" u="none" strike="noStrike" cap="none">
                <a:solidFill>
                  <a:schemeClr val="dk1"/>
                </a:solidFill>
                <a:latin typeface="Verdana"/>
                <a:ea typeface="Verdana"/>
                <a:cs typeface="Verdana"/>
                <a:sym typeface="Verdana"/>
              </a:defRPr>
            </a:lvl3pPr>
            <a:lvl4pPr marL="1828800" marR="0" lvl="3" indent="-330200" algn="l" rtl="0">
              <a:spcBef>
                <a:spcPts val="320"/>
              </a:spcBef>
              <a:spcAft>
                <a:spcPts val="0"/>
              </a:spcAft>
              <a:buClr>
                <a:schemeClr val="dk1"/>
              </a:buClr>
              <a:buSzPts val="1600"/>
              <a:buFont typeface="Arial"/>
              <a:buChar char="–"/>
              <a:defRPr sz="1600" b="0" i="0" u="none" strike="noStrike" cap="none">
                <a:solidFill>
                  <a:schemeClr val="dk1"/>
                </a:solidFill>
                <a:latin typeface="Verdana"/>
                <a:ea typeface="Verdana"/>
                <a:cs typeface="Verdana"/>
                <a:sym typeface="Verdana"/>
              </a:defRPr>
            </a:lvl4pPr>
            <a:lvl5pPr marL="2286000" marR="0" lvl="4" indent="-330200" algn="l" rtl="0">
              <a:spcBef>
                <a:spcPts val="320"/>
              </a:spcBef>
              <a:spcAft>
                <a:spcPts val="0"/>
              </a:spcAft>
              <a:buClr>
                <a:schemeClr val="dk1"/>
              </a:buClr>
              <a:buSzPts val="1600"/>
              <a:buFont typeface="Arial"/>
              <a:buChar char="»"/>
              <a:defRPr sz="1600" b="0" i="0" u="none" strike="noStrike" cap="none">
                <a:solidFill>
                  <a:schemeClr val="dk1"/>
                </a:solidFill>
                <a:latin typeface="Verdana"/>
                <a:ea typeface="Verdana"/>
                <a:cs typeface="Verdana"/>
                <a:sym typeface="Verdana"/>
              </a:defRPr>
            </a:lvl5pPr>
            <a:lvl6pPr marL="2743200" marR="0" lvl="5" indent="-355600" algn="l" rtl="0">
              <a:spcBef>
                <a:spcPts val="400"/>
              </a:spcBef>
              <a:spcAft>
                <a:spcPts val="0"/>
              </a:spcAft>
              <a:buClr>
                <a:schemeClr val="dk1"/>
              </a:buClr>
              <a:buSzPts val="2000"/>
              <a:buFont typeface="Arial"/>
              <a:buChar char="•"/>
              <a:defRPr sz="2000" b="0" i="0" u="none" strike="noStrike" cap="none">
                <a:solidFill>
                  <a:schemeClr val="dk1"/>
                </a:solidFill>
                <a:latin typeface="Bookman Old Style"/>
                <a:ea typeface="Bookman Old Style"/>
                <a:cs typeface="Bookman Old Style"/>
                <a:sym typeface="Bookman Old Style"/>
              </a:defRPr>
            </a:lvl6pPr>
            <a:lvl7pPr marL="3200400" marR="0" lvl="6" indent="-355600" algn="l" rtl="0">
              <a:spcBef>
                <a:spcPts val="400"/>
              </a:spcBef>
              <a:spcAft>
                <a:spcPts val="0"/>
              </a:spcAft>
              <a:buClr>
                <a:schemeClr val="dk1"/>
              </a:buClr>
              <a:buSzPts val="2000"/>
              <a:buFont typeface="Arial"/>
              <a:buChar char="•"/>
              <a:defRPr sz="2000" b="0" i="0" u="none" strike="noStrike" cap="none">
                <a:solidFill>
                  <a:schemeClr val="dk1"/>
                </a:solidFill>
                <a:latin typeface="Bookman Old Style"/>
                <a:ea typeface="Bookman Old Style"/>
                <a:cs typeface="Bookman Old Style"/>
                <a:sym typeface="Bookman Old Style"/>
              </a:defRPr>
            </a:lvl7pPr>
            <a:lvl8pPr marL="3657600" marR="0" lvl="7" indent="-355600" algn="l" rtl="0">
              <a:spcBef>
                <a:spcPts val="400"/>
              </a:spcBef>
              <a:spcAft>
                <a:spcPts val="0"/>
              </a:spcAft>
              <a:buClr>
                <a:schemeClr val="dk1"/>
              </a:buClr>
              <a:buSzPts val="2000"/>
              <a:buFont typeface="Arial"/>
              <a:buChar char="•"/>
              <a:defRPr sz="2000" b="0" i="0" u="none" strike="noStrike" cap="none">
                <a:solidFill>
                  <a:schemeClr val="dk1"/>
                </a:solidFill>
                <a:latin typeface="Bookman Old Style"/>
                <a:ea typeface="Bookman Old Style"/>
                <a:cs typeface="Bookman Old Style"/>
                <a:sym typeface="Bookman Old Style"/>
              </a:defRPr>
            </a:lvl8pPr>
            <a:lvl9pPr marL="4114800" marR="0" lvl="8" indent="-355600" algn="l" rtl="0">
              <a:spcBef>
                <a:spcPts val="400"/>
              </a:spcBef>
              <a:spcAft>
                <a:spcPts val="0"/>
              </a:spcAft>
              <a:buClr>
                <a:schemeClr val="dk1"/>
              </a:buClr>
              <a:buSzPts val="2000"/>
              <a:buFont typeface="Arial"/>
              <a:buChar char="•"/>
              <a:defRPr sz="2000" b="0" i="0" u="none" strike="noStrike" cap="none">
                <a:solidFill>
                  <a:schemeClr val="dk1"/>
                </a:solidFill>
                <a:latin typeface="Bookman Old Style"/>
                <a:ea typeface="Bookman Old Style"/>
                <a:cs typeface="Bookman Old Style"/>
                <a:sym typeface="Bookman Old Style"/>
              </a:defRPr>
            </a:lvl9pPr>
          </a:lstStyle>
          <a:p>
            <a:endParaRPr/>
          </a:p>
        </p:txBody>
      </p:sp>
      <p:sp>
        <p:nvSpPr>
          <p:cNvPr id="1048578" name="Google Shape;8;p1"/>
          <p:cNvSpPr txBox="1">
            <a:spLocks noGrp="1"/>
          </p:cNvSpPr>
          <p:nvPr>
            <p:ph type="dt" idx="10"/>
          </p:nvPr>
        </p:nvSpPr>
        <p:spPr>
          <a:xfrm>
            <a:off x="609600" y="6356353"/>
            <a:ext cx="2844900" cy="365100"/>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1200" b="0" i="0" u="none" strike="noStrike" cap="none">
                <a:solidFill>
                  <a:srgbClr val="888888"/>
                </a:solidFill>
                <a:latin typeface="Verdana"/>
                <a:ea typeface="Verdana"/>
                <a:cs typeface="Verdana"/>
                <a:sym typeface="Verdana"/>
              </a:defRPr>
            </a:lvl1pPr>
            <a:lvl2pPr marR="0" lvl="1"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2pPr>
            <a:lvl3pPr marR="0" lvl="2"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3pPr>
            <a:lvl4pPr marR="0" lvl="3"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4pPr>
            <a:lvl5pPr marR="0" lvl="4"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5pPr>
            <a:lvl6pPr marR="0" lvl="5"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6pPr>
            <a:lvl7pPr marR="0" lvl="6"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7pPr>
            <a:lvl8pPr marR="0" lvl="7"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8pPr>
            <a:lvl9pPr marR="0" lvl="8"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9pPr>
          </a:lstStyle>
          <a:p>
            <a:endParaRPr/>
          </a:p>
        </p:txBody>
      </p:sp>
      <p:sp>
        <p:nvSpPr>
          <p:cNvPr id="1048579" name="Google Shape;9;p1"/>
          <p:cNvSpPr txBox="1">
            <a:spLocks noGrp="1"/>
          </p:cNvSpPr>
          <p:nvPr>
            <p:ph type="ftr" idx="11"/>
          </p:nvPr>
        </p:nvSpPr>
        <p:spPr>
          <a:xfrm>
            <a:off x="4165600" y="6356353"/>
            <a:ext cx="3860700" cy="365100"/>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1200" b="0" i="0" u="none" strike="noStrike" cap="none">
                <a:solidFill>
                  <a:srgbClr val="888888"/>
                </a:solidFill>
                <a:latin typeface="Verdana"/>
                <a:ea typeface="Verdana"/>
                <a:cs typeface="Verdana"/>
                <a:sym typeface="Verdana"/>
              </a:defRPr>
            </a:lvl1pPr>
            <a:lvl2pPr marR="0" lvl="1"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2pPr>
            <a:lvl3pPr marR="0" lvl="2"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3pPr>
            <a:lvl4pPr marR="0" lvl="3"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4pPr>
            <a:lvl5pPr marR="0" lvl="4"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5pPr>
            <a:lvl6pPr marR="0" lvl="5"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6pPr>
            <a:lvl7pPr marR="0" lvl="6"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7pPr>
            <a:lvl8pPr marR="0" lvl="7"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8pPr>
            <a:lvl9pPr marR="0" lvl="8"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9pPr>
          </a:lstStyle>
          <a:p>
            <a:endParaRPr/>
          </a:p>
        </p:txBody>
      </p:sp>
      <p:sp>
        <p:nvSpPr>
          <p:cNvPr id="1048580" name="Google Shape;10;p1"/>
          <p:cNvSpPr txBox="1">
            <a:spLocks noGrp="1"/>
          </p:cNvSpPr>
          <p:nvPr>
            <p:ph type="sldNum" idx="12"/>
          </p:nvPr>
        </p:nvSpPr>
        <p:spPr>
          <a:xfrm>
            <a:off x="8737600" y="6356353"/>
            <a:ext cx="2844900" cy="365100"/>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1200" b="0" i="0" u="none" strike="noStrike" cap="none">
                <a:solidFill>
                  <a:srgbClr val="888888"/>
                </a:solidFill>
                <a:latin typeface="Verdana"/>
                <a:ea typeface="Verdana"/>
                <a:cs typeface="Verdana"/>
                <a:sym typeface="Verdana"/>
              </a:defRPr>
            </a:lvl1pPr>
            <a:lvl2pPr marL="0" marR="0" lvl="1" indent="0" algn="r" rtl="0">
              <a:spcBef>
                <a:spcPts val="0"/>
              </a:spcBef>
              <a:buNone/>
              <a:defRPr sz="1200" b="0" i="0" u="none" strike="noStrike" cap="none">
                <a:solidFill>
                  <a:srgbClr val="888888"/>
                </a:solidFill>
                <a:latin typeface="Verdana"/>
                <a:ea typeface="Verdana"/>
                <a:cs typeface="Verdana"/>
                <a:sym typeface="Verdana"/>
              </a:defRPr>
            </a:lvl2pPr>
            <a:lvl3pPr marL="0" marR="0" lvl="2" indent="0" algn="r" rtl="0">
              <a:spcBef>
                <a:spcPts val="0"/>
              </a:spcBef>
              <a:buNone/>
              <a:defRPr sz="1200" b="0" i="0" u="none" strike="noStrike" cap="none">
                <a:solidFill>
                  <a:srgbClr val="888888"/>
                </a:solidFill>
                <a:latin typeface="Verdana"/>
                <a:ea typeface="Verdana"/>
                <a:cs typeface="Verdana"/>
                <a:sym typeface="Verdana"/>
              </a:defRPr>
            </a:lvl3pPr>
            <a:lvl4pPr marL="0" marR="0" lvl="3" indent="0" algn="r" rtl="0">
              <a:spcBef>
                <a:spcPts val="0"/>
              </a:spcBef>
              <a:buNone/>
              <a:defRPr sz="1200" b="0" i="0" u="none" strike="noStrike" cap="none">
                <a:solidFill>
                  <a:srgbClr val="888888"/>
                </a:solidFill>
                <a:latin typeface="Verdana"/>
                <a:ea typeface="Verdana"/>
                <a:cs typeface="Verdana"/>
                <a:sym typeface="Verdana"/>
              </a:defRPr>
            </a:lvl4pPr>
            <a:lvl5pPr marL="0" marR="0" lvl="4" indent="0" algn="r" rtl="0">
              <a:spcBef>
                <a:spcPts val="0"/>
              </a:spcBef>
              <a:buNone/>
              <a:defRPr sz="1200" b="0" i="0" u="none" strike="noStrike" cap="none">
                <a:solidFill>
                  <a:srgbClr val="888888"/>
                </a:solidFill>
                <a:latin typeface="Verdana"/>
                <a:ea typeface="Verdana"/>
                <a:cs typeface="Verdana"/>
                <a:sym typeface="Verdana"/>
              </a:defRPr>
            </a:lvl5pPr>
            <a:lvl6pPr marL="0" marR="0" lvl="5" indent="0" algn="r" rtl="0">
              <a:spcBef>
                <a:spcPts val="0"/>
              </a:spcBef>
              <a:buNone/>
              <a:defRPr sz="1200" b="0" i="0" u="none" strike="noStrike" cap="none">
                <a:solidFill>
                  <a:srgbClr val="888888"/>
                </a:solidFill>
                <a:latin typeface="Verdana"/>
                <a:ea typeface="Verdana"/>
                <a:cs typeface="Verdana"/>
                <a:sym typeface="Verdana"/>
              </a:defRPr>
            </a:lvl6pPr>
            <a:lvl7pPr marL="0" marR="0" lvl="6" indent="0" algn="r" rtl="0">
              <a:spcBef>
                <a:spcPts val="0"/>
              </a:spcBef>
              <a:buNone/>
              <a:defRPr sz="1200" b="0" i="0" u="none" strike="noStrike" cap="none">
                <a:solidFill>
                  <a:srgbClr val="888888"/>
                </a:solidFill>
                <a:latin typeface="Verdana"/>
                <a:ea typeface="Verdana"/>
                <a:cs typeface="Verdana"/>
                <a:sym typeface="Verdana"/>
              </a:defRPr>
            </a:lvl7pPr>
            <a:lvl8pPr marL="0" marR="0" lvl="7" indent="0" algn="r" rtl="0">
              <a:spcBef>
                <a:spcPts val="0"/>
              </a:spcBef>
              <a:buNone/>
              <a:defRPr sz="1200" b="0" i="0" u="none" strike="noStrike" cap="none">
                <a:solidFill>
                  <a:srgbClr val="888888"/>
                </a:solidFill>
                <a:latin typeface="Verdana"/>
                <a:ea typeface="Verdana"/>
                <a:cs typeface="Verdana"/>
                <a:sym typeface="Verdana"/>
              </a:defRPr>
            </a:lvl8pPr>
            <a:lvl9pPr marL="0" marR="0" lvl="8" indent="0" algn="r" rtl="0">
              <a:spcBef>
                <a:spcPts val="0"/>
              </a:spcBef>
              <a:buNone/>
              <a:defRPr sz="1200" b="0" i="0" u="none" strike="noStrike" cap="none">
                <a:solidFill>
                  <a:srgbClr val="888888"/>
                </a:solidFill>
                <a:latin typeface="Verdana"/>
                <a:ea typeface="Verdana"/>
                <a:cs typeface="Verdana"/>
                <a:sym typeface="Verdana"/>
              </a:defRPr>
            </a:lvl9pPr>
          </a:lstStyle>
          <a:p>
            <a:pPr marL="0" lvl="0" indent="0" algn="r" rtl="0">
              <a:spcBef>
                <a:spcPts val="0"/>
              </a:spcBef>
              <a:spcAft>
                <a:spcPts val="0"/>
              </a:spcAft>
              <a:buNone/>
            </a:pPr>
            <a:fld id="{00000000-1234-1234-1234-123412341234}" type="slidenum">
              <a:rPr lang="en-GB"/>
              <a:t>‹#›</a:t>
            </a:fld>
            <a:endParaRPr lang="en-GB"/>
          </a:p>
        </p:txBody>
      </p:sp>
      <p:cxnSp>
        <p:nvCxnSpPr>
          <p:cNvPr id="3145728" name="Google Shape;11;p1"/>
          <p:cNvCxnSpPr>
            <a:cxnSpLocks/>
          </p:cNvCxnSpPr>
          <p:nvPr/>
        </p:nvCxnSpPr>
        <p:spPr>
          <a:xfrm>
            <a:off x="812800" y="914400"/>
            <a:ext cx="10668000" cy="0"/>
          </a:xfrm>
          <a:prstGeom prst="straightConnector1">
            <a:avLst/>
          </a:prstGeom>
          <a:noFill/>
          <a:ln w="57150" cap="flat" cmpd="thickThin">
            <a:solidFill>
              <a:schemeClr val="dk1"/>
            </a:solidFill>
            <a:prstDash val="solid"/>
            <a:round/>
            <a:headEnd type="none" w="med" len="med"/>
            <a:tailEnd type="none" w="med" len="med"/>
          </a:ln>
        </p:spPr>
      </p:cxnSp>
      <p:pic>
        <p:nvPicPr>
          <p:cNvPr id="2097152" name="Google Shape;12;p1"/>
          <p:cNvPicPr preferRelativeResize="0">
            <a:picLocks/>
          </p:cNvPicPr>
          <p:nvPr/>
        </p:nvPicPr>
        <p:blipFill rotWithShape="1">
          <a:blip r:embed="rId13">
            <a:alphaModFix/>
          </a:blip>
          <a:srcRect b="18046"/>
          <a:stretch>
            <a:fillRect/>
          </a:stretch>
        </p:blipFill>
        <p:spPr>
          <a:xfrm>
            <a:off x="0" y="5991366"/>
            <a:ext cx="12192001" cy="866633"/>
          </a:xfrm>
          <a:prstGeom prst="rect">
            <a:avLst/>
          </a:prstGeom>
          <a:noFill/>
          <a:ln>
            <a:noFill/>
          </a:ln>
        </p:spPr>
      </p:pic>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image" Target="../media/image3.jpeg"/><Relationship Id="rId1" Type="http://schemas.openxmlformats.org/officeDocument/2006/relationships/slideLayout" Target="../slideLayouts/slideLayout2.xml"/><Relationship Id="rId4" Type="http://schemas.openxmlformats.org/officeDocument/2006/relationships/image" Target="../media/image5.jpeg"/></Relationships>
</file>

<file path=ppt/slides/_rels/slide7.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image" Target="../media/image6.jpeg"/><Relationship Id="rId1" Type="http://schemas.openxmlformats.org/officeDocument/2006/relationships/slideLayout" Target="../slideLayouts/slideLayout2.xml"/><Relationship Id="rId4" Type="http://schemas.openxmlformats.org/officeDocument/2006/relationships/image" Target="../media/image8.jpeg"/></Relationships>
</file>

<file path=ppt/slides/_rels/slide8.xml.rels><?xml version="1.0" encoding="UTF-8" standalone="yes"?>
<Relationships xmlns="http://schemas.openxmlformats.org/package/2006/relationships"><Relationship Id="rId3" Type="http://schemas.openxmlformats.org/officeDocument/2006/relationships/image" Target="../media/image10.jpeg"/><Relationship Id="rId2" Type="http://schemas.openxmlformats.org/officeDocument/2006/relationships/image" Target="../media/image9.jpeg"/><Relationship Id="rId1" Type="http://schemas.openxmlformats.org/officeDocument/2006/relationships/slideLayout" Target="../slideLayouts/slideLayout2.xml"/><Relationship Id="rId4" Type="http://schemas.openxmlformats.org/officeDocument/2006/relationships/image" Target="../media/image11.jpeg"/></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86"/>
        <p:cNvGrpSpPr/>
        <p:nvPr/>
      </p:nvGrpSpPr>
      <p:grpSpPr>
        <a:xfrm>
          <a:off x="0" y="0"/>
          <a:ext cx="0" cy="0"/>
          <a:chOff x="0" y="0"/>
          <a:chExt cx="0" cy="0"/>
        </a:xfrm>
      </p:grpSpPr>
      <p:sp>
        <p:nvSpPr>
          <p:cNvPr id="1048586" name="Google Shape;87;p13"/>
          <p:cNvSpPr txBox="1">
            <a:spLocks noGrp="1"/>
          </p:cNvSpPr>
          <p:nvPr>
            <p:ph type="ctrTitle"/>
          </p:nvPr>
        </p:nvSpPr>
        <p:spPr>
          <a:xfrm>
            <a:off x="790422" y="1215399"/>
            <a:ext cx="10363200" cy="962898"/>
          </a:xfrm>
          <a:prstGeom prst="rect">
            <a:avLst/>
          </a:prstGeom>
          <a:noFill/>
          <a:ln>
            <a:noFill/>
          </a:ln>
        </p:spPr>
        <p:txBody>
          <a:bodyPr spcFirstLastPara="1" wrap="square" lIns="91425" tIns="45700" rIns="91425" bIns="45700" anchor="ctr" anchorCtr="0">
            <a:noAutofit/>
          </a:bodyPr>
          <a:lstStyle/>
          <a:p>
            <a:pPr algn="ctr"/>
            <a:r>
              <a:rPr lang="en-US" sz="2400" dirty="0">
                <a:solidFill>
                  <a:schemeClr val="accent1">
                    <a:lumMod val="50000"/>
                  </a:schemeClr>
                </a:solidFill>
                <a:latin typeface="Verdana" panose="020B0604030504040204" pitchFamily="34" charset="0"/>
                <a:ea typeface="Verdana" panose="020B0604030504040204" pitchFamily="34" charset="0"/>
              </a:rPr>
              <a:t>Development of a Digital Mental Health and Psychological Support System for Students in Higher Education</a:t>
            </a:r>
            <a:br>
              <a:rPr lang="en-US" sz="2400" b="0" dirty="0">
                <a:solidFill>
                  <a:srgbClr val="000000"/>
                </a:solidFill>
                <a:latin typeface="Aptos" panose="020B0004020202020204" pitchFamily="34" charset="0"/>
              </a:rPr>
            </a:br>
            <a:endParaRPr sz="2400" dirty="0">
              <a:solidFill>
                <a:schemeClr val="tx1"/>
              </a:solidFill>
              <a:latin typeface="Cambria" panose="02040503050406030204" pitchFamily="18" charset="0"/>
              <a:ea typeface="Cambria" panose="02040503050406030204" pitchFamily="18" charset="0"/>
            </a:endParaRPr>
          </a:p>
        </p:txBody>
      </p:sp>
      <p:sp>
        <p:nvSpPr>
          <p:cNvPr id="1048587" name="Google Shape;88;p13"/>
          <p:cNvSpPr txBox="1">
            <a:spLocks noGrp="1"/>
          </p:cNvSpPr>
          <p:nvPr>
            <p:ph type="subTitle" idx="1"/>
          </p:nvPr>
        </p:nvSpPr>
        <p:spPr>
          <a:xfrm>
            <a:off x="790468" y="2045352"/>
            <a:ext cx="4391131" cy="552300"/>
          </a:xfrm>
          <a:prstGeom prst="rect">
            <a:avLst/>
          </a:prstGeom>
          <a:noFill/>
          <a:ln>
            <a:noFill/>
          </a:ln>
        </p:spPr>
        <p:txBody>
          <a:bodyPr spcFirstLastPara="1" wrap="square" lIns="91425" tIns="45700" rIns="91425" bIns="45700" anchor="t" anchorCtr="0">
            <a:normAutofit/>
          </a:bodyPr>
          <a:lstStyle/>
          <a:p>
            <a:pPr marL="0" lvl="0" indent="0" algn="l" rtl="0">
              <a:spcBef>
                <a:spcPts val="0"/>
              </a:spcBef>
              <a:spcAft>
                <a:spcPts val="0"/>
              </a:spcAft>
              <a:buClr>
                <a:srgbClr val="17365D"/>
              </a:buClr>
              <a:buSzPts val="2000"/>
              <a:buNone/>
            </a:pPr>
            <a:r>
              <a:rPr lang="en-GB" sz="1800" dirty="0">
                <a:latin typeface="Cambria" panose="02040503050406030204" pitchFamily="18" charset="0"/>
                <a:ea typeface="Cambria" panose="02040503050406030204" pitchFamily="18" charset="0"/>
              </a:rPr>
              <a:t>Batch Number: CSE_08</a:t>
            </a:r>
            <a:endParaRPr sz="1800" dirty="0">
              <a:latin typeface="Cambria" panose="02040503050406030204" pitchFamily="18" charset="0"/>
              <a:ea typeface="Cambria" panose="02040503050406030204" pitchFamily="18" charset="0"/>
            </a:endParaRPr>
          </a:p>
        </p:txBody>
      </p:sp>
      <p:sp>
        <p:nvSpPr>
          <p:cNvPr id="1048588" name="Google Shape;90;p13"/>
          <p:cNvSpPr txBox="1"/>
          <p:nvPr/>
        </p:nvSpPr>
        <p:spPr>
          <a:xfrm>
            <a:off x="6480195" y="2513340"/>
            <a:ext cx="5514300" cy="2020560"/>
          </a:xfrm>
          <a:prstGeom prst="rect">
            <a:avLst/>
          </a:prstGeom>
          <a:noFill/>
          <a:ln>
            <a:noFill/>
          </a:ln>
        </p:spPr>
        <p:txBody>
          <a:bodyPr spcFirstLastPara="1" wrap="square" lIns="91425" tIns="45700" rIns="91425" bIns="45700" anchor="t" anchorCtr="0">
            <a:normAutofit/>
          </a:bodyPr>
          <a:lstStyle/>
          <a:p>
            <a:pPr marL="0" marR="0" lvl="0" indent="0" algn="ctr" rtl="0">
              <a:spcBef>
                <a:spcPts val="0"/>
              </a:spcBef>
              <a:spcAft>
                <a:spcPts val="0"/>
              </a:spcAft>
              <a:buClr>
                <a:srgbClr val="17365D"/>
              </a:buClr>
              <a:buSzPts val="2000"/>
              <a:buFont typeface="Arial"/>
              <a:buNone/>
            </a:pPr>
            <a:r>
              <a:rPr lang="en-GB" sz="1800" b="1" i="0" u="none" strike="noStrike" cap="none" dirty="0">
                <a:solidFill>
                  <a:srgbClr val="17365D"/>
                </a:solidFill>
                <a:latin typeface="Cambria" panose="02040503050406030204" pitchFamily="18" charset="0"/>
                <a:ea typeface="Cambria" panose="02040503050406030204" pitchFamily="18" charset="0"/>
                <a:cs typeface="Verdana"/>
                <a:sym typeface="Verdana"/>
              </a:rPr>
              <a:t>Under the Supervision of,</a:t>
            </a:r>
            <a:endParaRPr sz="1800" dirty="0">
              <a:latin typeface="Cambria" panose="02040503050406030204" pitchFamily="18" charset="0"/>
              <a:ea typeface="Cambria" panose="02040503050406030204" pitchFamily="18" charset="0"/>
            </a:endParaRPr>
          </a:p>
          <a:p>
            <a:pPr marL="0" marR="0" lvl="0" indent="0" algn="ctr" rtl="0">
              <a:spcBef>
                <a:spcPts val="400"/>
              </a:spcBef>
              <a:spcAft>
                <a:spcPts val="0"/>
              </a:spcAft>
              <a:buClr>
                <a:srgbClr val="17365D"/>
              </a:buClr>
              <a:buSzPts val="2000"/>
              <a:buFont typeface="Arial"/>
              <a:buNone/>
            </a:pPr>
            <a:endParaRPr sz="2000" b="1" i="0" u="none" strike="noStrike" cap="none" dirty="0">
              <a:solidFill>
                <a:srgbClr val="17365D"/>
              </a:solidFill>
              <a:latin typeface="Cambria" panose="02040503050406030204" pitchFamily="18" charset="0"/>
              <a:ea typeface="Cambria" panose="02040503050406030204" pitchFamily="18" charset="0"/>
              <a:cs typeface="Verdana"/>
              <a:sym typeface="Verdana"/>
            </a:endParaRPr>
          </a:p>
          <a:p>
            <a:pPr marL="0" marR="0" lvl="0" indent="0" algn="l" rtl="0">
              <a:spcBef>
                <a:spcPts val="340"/>
              </a:spcBef>
              <a:spcAft>
                <a:spcPts val="0"/>
              </a:spcAft>
              <a:buClr>
                <a:srgbClr val="17365D"/>
              </a:buClr>
              <a:buSzPts val="1700"/>
              <a:buFont typeface="Arial"/>
              <a:buNone/>
            </a:pPr>
            <a:r>
              <a:rPr lang="en-GB" sz="1700" b="1" dirty="0">
                <a:solidFill>
                  <a:srgbClr val="17365D"/>
                </a:solidFill>
                <a:latin typeface="Cambria" panose="02040503050406030204" pitchFamily="18" charset="0"/>
                <a:ea typeface="Cambria" panose="02040503050406030204" pitchFamily="18" charset="0"/>
                <a:sym typeface="Verdana"/>
              </a:rPr>
              <a:t>Mr Jerrin Joe Francis</a:t>
            </a:r>
            <a:endParaRPr dirty="0">
              <a:latin typeface="Cambria" panose="02040503050406030204" pitchFamily="18" charset="0"/>
              <a:ea typeface="Cambria" panose="02040503050406030204" pitchFamily="18" charset="0"/>
            </a:endParaRPr>
          </a:p>
          <a:p>
            <a:pPr marL="0" marR="0" lvl="0" indent="0" algn="l" rtl="0">
              <a:spcBef>
                <a:spcPts val="340"/>
              </a:spcBef>
              <a:spcAft>
                <a:spcPts val="0"/>
              </a:spcAft>
              <a:buClr>
                <a:srgbClr val="17365D"/>
              </a:buClr>
              <a:buSzPts val="1700"/>
              <a:buFont typeface="Arial"/>
              <a:buNone/>
            </a:pPr>
            <a:r>
              <a:rPr lang="en-GB" sz="1700" b="1" i="0" u="none" strike="noStrike" cap="none" dirty="0">
                <a:solidFill>
                  <a:srgbClr val="17365D"/>
                </a:solidFill>
                <a:latin typeface="Cambria" panose="02040503050406030204" pitchFamily="18" charset="0"/>
                <a:ea typeface="Cambria" panose="02040503050406030204" pitchFamily="18" charset="0"/>
                <a:cs typeface="Verdana"/>
                <a:sym typeface="Verdana"/>
              </a:rPr>
              <a:t>School of Computer Science and Engineering</a:t>
            </a:r>
            <a:endParaRPr dirty="0">
              <a:latin typeface="Cambria" panose="02040503050406030204" pitchFamily="18" charset="0"/>
              <a:ea typeface="Cambria" panose="02040503050406030204" pitchFamily="18" charset="0"/>
            </a:endParaRPr>
          </a:p>
          <a:p>
            <a:pPr marL="0" marR="0" lvl="0" indent="0" algn="l" rtl="0">
              <a:spcBef>
                <a:spcPts val="340"/>
              </a:spcBef>
              <a:spcAft>
                <a:spcPts val="0"/>
              </a:spcAft>
              <a:buClr>
                <a:srgbClr val="17365D"/>
              </a:buClr>
              <a:buSzPts val="1700"/>
              <a:buFont typeface="Arial"/>
              <a:buNone/>
            </a:pPr>
            <a:r>
              <a:rPr lang="en-GB" sz="1700" b="1" i="0" u="none" strike="noStrike" cap="none" dirty="0">
                <a:solidFill>
                  <a:srgbClr val="17365D"/>
                </a:solidFill>
                <a:latin typeface="Cambria" panose="02040503050406030204" pitchFamily="18" charset="0"/>
                <a:ea typeface="Cambria" panose="02040503050406030204" pitchFamily="18" charset="0"/>
                <a:cs typeface="Verdana"/>
                <a:sym typeface="Verdana"/>
              </a:rPr>
              <a:t>Presidency University</a:t>
            </a:r>
            <a:endParaRPr dirty="0">
              <a:latin typeface="Cambria" panose="02040503050406030204" pitchFamily="18" charset="0"/>
              <a:ea typeface="Cambria" panose="02040503050406030204" pitchFamily="18" charset="0"/>
            </a:endParaRPr>
          </a:p>
          <a:p>
            <a:pPr marL="0" marR="0" lvl="0" indent="0" algn="l" rtl="0">
              <a:spcBef>
                <a:spcPts val="400"/>
              </a:spcBef>
              <a:spcAft>
                <a:spcPts val="0"/>
              </a:spcAft>
              <a:buClr>
                <a:srgbClr val="17365D"/>
              </a:buClr>
              <a:buSzPts val="2000"/>
              <a:buFont typeface="Arial"/>
              <a:buNone/>
            </a:pPr>
            <a:endParaRPr sz="2000" b="1" i="0" u="none" strike="noStrike" cap="none" dirty="0">
              <a:solidFill>
                <a:srgbClr val="17365D"/>
              </a:solidFill>
              <a:latin typeface="Cambria" panose="02040503050406030204" pitchFamily="18" charset="0"/>
              <a:ea typeface="Cambria" panose="02040503050406030204" pitchFamily="18" charset="0"/>
              <a:cs typeface="Verdana"/>
              <a:sym typeface="Verdana"/>
            </a:endParaRPr>
          </a:p>
        </p:txBody>
      </p:sp>
      <p:graphicFrame>
        <p:nvGraphicFramePr>
          <p:cNvPr id="4194304" name="Google Shape;89;p13"/>
          <p:cNvGraphicFramePr>
            <a:graphicFrameLocks/>
          </p:cNvGraphicFramePr>
          <p:nvPr/>
        </p:nvGraphicFramePr>
        <p:xfrm>
          <a:off x="553347" y="2721840"/>
          <a:ext cx="5418675" cy="2743260"/>
        </p:xfrm>
        <a:graphic>
          <a:graphicData uri="http://schemas.openxmlformats.org/drawingml/2006/table">
            <a:tbl>
              <a:tblPr firstRow="1" bandRow="1">
                <a:noFill/>
                <a:tableStyleId>{57690726-49DA-4552-BDEB-330DD8EA8BD9}</a:tableStyleId>
              </a:tblPr>
              <a:tblGrid>
                <a:gridCol w="2085000">
                  <a:extLst>
                    <a:ext uri="{9D8B030D-6E8A-4147-A177-3AD203B41FA5}">
                      <a16:colId xmlns:a16="http://schemas.microsoft.com/office/drawing/2014/main" val="20000"/>
                    </a:ext>
                  </a:extLst>
                </a:gridCol>
                <a:gridCol w="3333675">
                  <a:extLst>
                    <a:ext uri="{9D8B030D-6E8A-4147-A177-3AD203B41FA5}">
                      <a16:colId xmlns:a16="http://schemas.microsoft.com/office/drawing/2014/main" val="20001"/>
                    </a:ext>
                  </a:extLst>
                </a:gridCol>
              </a:tblGrid>
              <a:tr h="306243">
                <a:tc>
                  <a:txBody>
                    <a:bodyPr/>
                    <a:lstStyle/>
                    <a:p>
                      <a:pPr marL="0" marR="0" lvl="1" indent="0" algn="ctr" rtl="0">
                        <a:spcBef>
                          <a:spcPts val="0"/>
                        </a:spcBef>
                        <a:spcAft>
                          <a:spcPts val="0"/>
                        </a:spcAft>
                        <a:buNone/>
                      </a:pPr>
                      <a:r>
                        <a:rPr lang="en-GB" sz="1800" b="1" u="none" strike="noStrike" cap="none" dirty="0">
                          <a:solidFill>
                            <a:srgbClr val="17365D"/>
                          </a:solidFill>
                        </a:rPr>
                        <a:t>Roll Number</a:t>
                      </a:r>
                      <a:endParaRPr sz="1800" b="1" u="none" strike="noStrike" cap="none" dirty="0">
                        <a:solidFill>
                          <a:srgbClr val="17365D"/>
                        </a:solidFill>
                      </a:endParaRPr>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ctr" rtl="0">
                        <a:spcBef>
                          <a:spcPts val="0"/>
                        </a:spcBef>
                        <a:spcAft>
                          <a:spcPts val="0"/>
                        </a:spcAft>
                        <a:buNone/>
                      </a:pPr>
                      <a:r>
                        <a:rPr lang="en-GB" sz="1800" b="1" u="none" strike="noStrike" cap="none" dirty="0">
                          <a:solidFill>
                            <a:srgbClr val="17365D"/>
                          </a:solidFill>
                        </a:rPr>
                        <a:t>Student Name</a:t>
                      </a:r>
                      <a:endParaRPr sz="1800" b="1" u="none" strike="noStrike" cap="none" dirty="0">
                        <a:solidFill>
                          <a:srgbClr val="17365D"/>
                        </a:solidFill>
                      </a:endParaRPr>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val="10000"/>
                  </a:ext>
                </a:extLst>
              </a:tr>
              <a:tr h="306243">
                <a:tc>
                  <a:txBody>
                    <a:bodyPr/>
                    <a:lstStyle/>
                    <a:p>
                      <a:pPr marL="0" marR="0" lvl="0" indent="0" algn="ctr" rtl="0">
                        <a:spcBef>
                          <a:spcPts val="0"/>
                        </a:spcBef>
                        <a:spcAft>
                          <a:spcPts val="0"/>
                        </a:spcAft>
                        <a:buFont typeface="+mj-lt"/>
                        <a:buNone/>
                      </a:pPr>
                      <a:r>
                        <a:rPr lang="en-IN" sz="1800" u="none" strike="noStrike" cap="none" dirty="0"/>
                        <a:t>20221CSE0372</a:t>
                      </a:r>
                    </a:p>
                    <a:p>
                      <a:pPr marL="0" marR="0" lvl="0" indent="0" algn="ctr" rtl="0">
                        <a:spcBef>
                          <a:spcPts val="0"/>
                        </a:spcBef>
                        <a:spcAft>
                          <a:spcPts val="0"/>
                        </a:spcAft>
                        <a:buFont typeface="+mj-lt"/>
                        <a:buNone/>
                      </a:pPr>
                      <a:r>
                        <a:rPr lang="en-IN" sz="1800" u="none" strike="noStrike" cap="none" dirty="0"/>
                        <a:t>20221CSE0442</a:t>
                      </a:r>
                    </a:p>
                    <a:p>
                      <a:pPr marL="0" marR="0" lvl="0" indent="0" algn="ctr" rtl="0">
                        <a:spcBef>
                          <a:spcPts val="0"/>
                        </a:spcBef>
                        <a:spcAft>
                          <a:spcPts val="0"/>
                        </a:spcAft>
                        <a:buFont typeface="+mj-lt"/>
                        <a:buNone/>
                      </a:pPr>
                      <a:r>
                        <a:rPr lang="en-IN" sz="1800" u="none" strike="noStrike" cap="none" dirty="0"/>
                        <a:t>20221CSE0440</a:t>
                      </a:r>
                      <a:endParaRPr sz="1800" u="none" strike="noStrike" cap="none" dirty="0"/>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ctr" rtl="0">
                        <a:spcBef>
                          <a:spcPts val="0"/>
                        </a:spcBef>
                        <a:spcAft>
                          <a:spcPts val="0"/>
                        </a:spcAft>
                        <a:buNone/>
                      </a:pPr>
                      <a:r>
                        <a:rPr lang="en-IN" sz="1800" u="none" strike="noStrike" cap="none" dirty="0"/>
                        <a:t>Varun Bantia</a:t>
                      </a:r>
                    </a:p>
                    <a:p>
                      <a:pPr marL="0" marR="0" lvl="0" indent="0" algn="ctr" rtl="0">
                        <a:spcBef>
                          <a:spcPts val="0"/>
                        </a:spcBef>
                        <a:spcAft>
                          <a:spcPts val="0"/>
                        </a:spcAft>
                        <a:buNone/>
                      </a:pPr>
                      <a:r>
                        <a:rPr lang="en-IN" sz="1800" u="none" strike="noStrike" cap="none" dirty="0"/>
                        <a:t>Prathyusha K</a:t>
                      </a:r>
                    </a:p>
                    <a:p>
                      <a:pPr marL="0" marR="0" lvl="0" indent="0" algn="ctr" rtl="0">
                        <a:spcBef>
                          <a:spcPts val="0"/>
                        </a:spcBef>
                        <a:spcAft>
                          <a:spcPts val="0"/>
                        </a:spcAft>
                        <a:buNone/>
                      </a:pPr>
                      <a:r>
                        <a:rPr lang="en-US" altLang="en-GB" sz="1800" u="none" strike="noStrike" cap="none" dirty="0"/>
                        <a:t>Venkatashiva Reddy</a:t>
                      </a:r>
                      <a:endParaRPr sz="1800" u="none" strike="noStrike" cap="none" dirty="0"/>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val="10001"/>
                  </a:ext>
                </a:extLst>
              </a:tr>
              <a:tr h="306243">
                <a:tc>
                  <a:txBody>
                    <a:bodyPr/>
                    <a:lstStyle/>
                    <a:p>
                      <a:pPr marL="0" marR="0" lvl="0" indent="0" algn="ctr" rtl="0">
                        <a:spcBef>
                          <a:spcPts val="0"/>
                        </a:spcBef>
                        <a:spcAft>
                          <a:spcPts val="0"/>
                        </a:spcAft>
                        <a:buNone/>
                      </a:pPr>
                      <a:endParaRPr sz="1800" u="none" strike="noStrike" cap="none" dirty="0"/>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ctr" rtl="0">
                        <a:spcBef>
                          <a:spcPts val="0"/>
                        </a:spcBef>
                        <a:spcAft>
                          <a:spcPts val="0"/>
                        </a:spcAft>
                        <a:buNone/>
                      </a:pPr>
                      <a:endParaRPr sz="1800" u="none" strike="noStrike" cap="none" dirty="0"/>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val="10002"/>
                  </a:ext>
                </a:extLst>
              </a:tr>
              <a:tr h="306243">
                <a:tc>
                  <a:txBody>
                    <a:bodyPr/>
                    <a:lstStyle/>
                    <a:p>
                      <a:pPr marL="0" marR="0" lvl="0" indent="0" algn="ctr" rtl="0">
                        <a:spcBef>
                          <a:spcPts val="0"/>
                        </a:spcBef>
                        <a:spcAft>
                          <a:spcPts val="0"/>
                        </a:spcAft>
                        <a:buNone/>
                      </a:pPr>
                      <a:endParaRPr sz="1800" u="none" strike="noStrike" cap="none" dirty="0"/>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ctr" rtl="0">
                        <a:spcBef>
                          <a:spcPts val="0"/>
                        </a:spcBef>
                        <a:spcAft>
                          <a:spcPts val="0"/>
                        </a:spcAft>
                        <a:buNone/>
                      </a:pPr>
                      <a:endParaRPr sz="1800" u="none" strike="noStrike" cap="none" dirty="0"/>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val="10003"/>
                  </a:ext>
                </a:extLst>
              </a:tr>
              <a:tr h="306243">
                <a:tc>
                  <a:txBody>
                    <a:bodyPr/>
                    <a:lstStyle/>
                    <a:p>
                      <a:pPr marL="0" marR="0" lvl="0" indent="0" algn="ctr" rtl="0">
                        <a:spcBef>
                          <a:spcPts val="0"/>
                        </a:spcBef>
                        <a:spcAft>
                          <a:spcPts val="0"/>
                        </a:spcAft>
                        <a:buNone/>
                      </a:pPr>
                      <a:endParaRPr sz="1800" u="none" strike="noStrike" cap="none" dirty="0"/>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ctr" rtl="0">
                        <a:spcBef>
                          <a:spcPts val="0"/>
                        </a:spcBef>
                        <a:spcAft>
                          <a:spcPts val="0"/>
                        </a:spcAft>
                        <a:buNone/>
                      </a:pPr>
                      <a:endParaRPr sz="1800" u="none" strike="noStrike" cap="none" dirty="0"/>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val="10004"/>
                  </a:ext>
                </a:extLst>
              </a:tr>
              <a:tr h="306243">
                <a:tc>
                  <a:txBody>
                    <a:bodyPr/>
                    <a:lstStyle/>
                    <a:p>
                      <a:pPr marL="0" marR="0" lvl="0" indent="0" algn="ctr" rtl="0">
                        <a:spcBef>
                          <a:spcPts val="0"/>
                        </a:spcBef>
                        <a:spcAft>
                          <a:spcPts val="0"/>
                        </a:spcAft>
                        <a:buNone/>
                      </a:pPr>
                      <a:endParaRPr sz="1800" u="none" strike="noStrike" cap="none" dirty="0"/>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ctr" rtl="0">
                        <a:spcBef>
                          <a:spcPts val="0"/>
                        </a:spcBef>
                        <a:spcAft>
                          <a:spcPts val="0"/>
                        </a:spcAft>
                        <a:buNone/>
                      </a:pPr>
                      <a:endParaRPr sz="1800" u="none" strike="noStrike" cap="none" dirty="0"/>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val="10005"/>
                  </a:ext>
                </a:extLst>
              </a:tr>
            </a:tbl>
          </a:graphicData>
        </a:graphic>
      </p:graphicFrame>
      <p:sp>
        <p:nvSpPr>
          <p:cNvPr id="1048589" name="Google Shape;91;p13"/>
          <p:cNvSpPr txBox="1"/>
          <p:nvPr/>
        </p:nvSpPr>
        <p:spPr>
          <a:xfrm>
            <a:off x="2832225" y="136441"/>
            <a:ext cx="5498973" cy="729371"/>
          </a:xfrm>
          <a:prstGeom prst="rect">
            <a:avLst/>
          </a:prstGeom>
          <a:noFill/>
          <a:ln>
            <a:noFill/>
          </a:ln>
        </p:spPr>
        <p:txBody>
          <a:bodyPr spcFirstLastPara="1" wrap="square" lIns="91425" tIns="45700" rIns="91425" bIns="45700" anchor="t" anchorCtr="0">
            <a:noAutofit/>
          </a:bodyPr>
          <a:lstStyle/>
          <a:p>
            <a:pPr lvl="0" algn="ctr">
              <a:buClr>
                <a:srgbClr val="17365D"/>
              </a:buClr>
              <a:buSzPct val="100000"/>
            </a:pPr>
            <a:r>
              <a:rPr lang="en-IN" sz="1800" dirty="0"/>
              <a:t>CSE7302</a:t>
            </a:r>
            <a:r>
              <a:rPr lang="en-GB" sz="1800" b="1" dirty="0">
                <a:solidFill>
                  <a:srgbClr val="17365D"/>
                </a:solidFill>
                <a:latin typeface="Cambria" panose="02040503050406030204" pitchFamily="18" charset="0"/>
                <a:ea typeface="Cambria" panose="02040503050406030204" pitchFamily="18" charset="0"/>
                <a:cs typeface="Verdana"/>
                <a:sym typeface="Verdana"/>
              </a:rPr>
              <a:t>-</a:t>
            </a:r>
            <a:r>
              <a:rPr lang="en-GB" sz="1800" b="1" i="0" u="none" strike="noStrike" cap="none" dirty="0">
                <a:solidFill>
                  <a:srgbClr val="17365D"/>
                </a:solidFill>
                <a:latin typeface="Cambria" panose="02040503050406030204" pitchFamily="18" charset="0"/>
                <a:ea typeface="Cambria" panose="02040503050406030204" pitchFamily="18" charset="0"/>
                <a:cs typeface="Verdana"/>
                <a:sym typeface="Verdana"/>
              </a:rPr>
              <a:t> </a:t>
            </a:r>
            <a:r>
              <a:rPr lang="en-GB" sz="1800" b="1" dirty="0">
                <a:solidFill>
                  <a:srgbClr val="17365D"/>
                </a:solidFill>
                <a:latin typeface="Cambria" panose="02040503050406030204" pitchFamily="18" charset="0"/>
                <a:ea typeface="Cambria" panose="02040503050406030204" pitchFamily="18" charset="0"/>
                <a:cs typeface="Verdana"/>
                <a:sym typeface="Verdana"/>
              </a:rPr>
              <a:t>U</a:t>
            </a:r>
            <a:r>
              <a:rPr lang="en-GB" sz="1800" b="1" i="0" u="none" strike="noStrike" cap="none" dirty="0">
                <a:solidFill>
                  <a:srgbClr val="17365D"/>
                </a:solidFill>
                <a:latin typeface="Cambria" panose="02040503050406030204" pitchFamily="18" charset="0"/>
                <a:ea typeface="Cambria" panose="02040503050406030204" pitchFamily="18" charset="0"/>
                <a:cs typeface="Verdana"/>
                <a:sym typeface="Verdana"/>
              </a:rPr>
              <a:t>niversity Project</a:t>
            </a:r>
            <a:endParaRPr sz="1800" dirty="0">
              <a:latin typeface="Cambria" panose="02040503050406030204" pitchFamily="18" charset="0"/>
              <a:ea typeface="Cambria" panose="02040503050406030204" pitchFamily="18" charset="0"/>
            </a:endParaRPr>
          </a:p>
          <a:p>
            <a:pPr marL="0" marR="0" lvl="0" indent="0" algn="ctr" rtl="0">
              <a:spcBef>
                <a:spcPts val="310"/>
              </a:spcBef>
              <a:spcAft>
                <a:spcPts val="0"/>
              </a:spcAft>
              <a:buClr>
                <a:srgbClr val="17365D"/>
              </a:buClr>
              <a:buSzPct val="100000"/>
              <a:buFont typeface="Arial"/>
              <a:buNone/>
            </a:pPr>
            <a:r>
              <a:rPr lang="en-GB" sz="1800" b="1" i="0" u="none" strike="noStrike" cap="none" dirty="0">
                <a:solidFill>
                  <a:srgbClr val="17365D"/>
                </a:solidFill>
                <a:latin typeface="Cambria" panose="02040503050406030204" pitchFamily="18" charset="0"/>
                <a:ea typeface="Cambria" panose="02040503050406030204" pitchFamily="18" charset="0"/>
                <a:cs typeface="Verdana"/>
                <a:sym typeface="Verdana"/>
              </a:rPr>
              <a:t>Review-5</a:t>
            </a:r>
            <a:endParaRPr sz="1800" b="1" i="0" u="none" strike="noStrike" cap="none" dirty="0">
              <a:solidFill>
                <a:srgbClr val="17365D"/>
              </a:solidFill>
              <a:latin typeface="Cambria" panose="02040503050406030204" pitchFamily="18" charset="0"/>
              <a:ea typeface="Cambria" panose="02040503050406030204" pitchFamily="18" charset="0"/>
              <a:cs typeface="Verdana"/>
              <a:sym typeface="Verdana"/>
            </a:endParaRPr>
          </a:p>
        </p:txBody>
      </p:sp>
      <p:sp>
        <p:nvSpPr>
          <p:cNvPr id="1048590" name="Google Shape;91;p13"/>
          <p:cNvSpPr txBox="1"/>
          <p:nvPr/>
        </p:nvSpPr>
        <p:spPr>
          <a:xfrm>
            <a:off x="0" y="4533900"/>
            <a:ext cx="12249915" cy="1562100"/>
          </a:xfrm>
          <a:prstGeom prst="rect">
            <a:avLst/>
          </a:prstGeom>
          <a:noFill/>
          <a:ln>
            <a:noFill/>
          </a:ln>
        </p:spPr>
        <p:txBody>
          <a:bodyPr spcFirstLastPara="1" wrap="square" lIns="91425" tIns="45700" rIns="91425" bIns="45700" anchor="t" anchorCtr="0">
            <a:noAutofit/>
          </a:bodyPr>
          <a:lstStyle/>
          <a:p>
            <a:pPr>
              <a:buClr>
                <a:srgbClr val="17365D"/>
              </a:buClr>
              <a:buSzPct val="100000"/>
            </a:pPr>
            <a:r>
              <a:rPr lang="en-US" sz="1800" b="1" i="0" u="none" strike="noStrike" cap="none" dirty="0">
                <a:solidFill>
                  <a:schemeClr val="accent1"/>
                </a:solidFill>
                <a:latin typeface="Cambria" panose="02040503050406030204" pitchFamily="18" charset="0"/>
                <a:ea typeface="Cambria" panose="02040503050406030204" pitchFamily="18" charset="0"/>
                <a:cs typeface="Verdana"/>
                <a:sym typeface="Verdana"/>
              </a:rPr>
              <a:t>Name of the Program: </a:t>
            </a:r>
            <a:r>
              <a:rPr lang="en-US" sz="1600" b="1" dirty="0">
                <a:solidFill>
                  <a:schemeClr val="tx1"/>
                </a:solidFill>
                <a:latin typeface="Cambria" panose="02040503050406030204" pitchFamily="18" charset="0"/>
                <a:ea typeface="Cambria" panose="02040503050406030204" pitchFamily="18" charset="0"/>
                <a:cs typeface="Verdana"/>
                <a:sym typeface="Verdana"/>
              </a:rPr>
              <a:t>School of Computer Science and Engineering</a:t>
            </a:r>
            <a:endParaRPr lang="en-US" sz="1600" dirty="0">
              <a:solidFill>
                <a:schemeClr val="tx1"/>
              </a:solidFill>
              <a:latin typeface="Cambria" panose="02040503050406030204" pitchFamily="18" charset="0"/>
              <a:ea typeface="Cambria" panose="02040503050406030204" pitchFamily="18" charset="0"/>
            </a:endParaRPr>
          </a:p>
          <a:p>
            <a:pPr lvl="0">
              <a:buClr>
                <a:srgbClr val="17365D"/>
              </a:buClr>
              <a:buSzPct val="100000"/>
            </a:pPr>
            <a:r>
              <a:rPr lang="en-US" sz="1800" b="1" dirty="0">
                <a:solidFill>
                  <a:schemeClr val="accent1"/>
                </a:solidFill>
                <a:latin typeface="Cambria" panose="02040503050406030204" pitchFamily="18" charset="0"/>
                <a:ea typeface="Cambria" panose="02040503050406030204" pitchFamily="18" charset="0"/>
                <a:cs typeface="Verdana"/>
                <a:sym typeface="Verdana"/>
              </a:rPr>
              <a:t>Name of the HoD: </a:t>
            </a:r>
            <a:r>
              <a:rPr lang="en-IN" sz="1800" dirty="0"/>
              <a:t>Dr. Asif Mohammed and Dr. Blessed Prince</a:t>
            </a:r>
            <a:endParaRPr lang="en-US" sz="1800" b="1" dirty="0">
              <a:solidFill>
                <a:srgbClr val="FF0000"/>
              </a:solidFill>
              <a:latin typeface="Cambria" panose="02040503050406030204" pitchFamily="18" charset="0"/>
              <a:ea typeface="Cambria" panose="02040503050406030204" pitchFamily="18" charset="0"/>
              <a:cs typeface="Verdana"/>
              <a:sym typeface="Verdana"/>
            </a:endParaRPr>
          </a:p>
          <a:p>
            <a:pPr lvl="0">
              <a:buClr>
                <a:srgbClr val="17365D"/>
              </a:buClr>
              <a:buSzPct val="100000"/>
            </a:pPr>
            <a:r>
              <a:rPr lang="en-US" sz="1800" b="1" i="0" u="none" strike="noStrike" cap="none" dirty="0">
                <a:solidFill>
                  <a:schemeClr val="accent1"/>
                </a:solidFill>
                <a:latin typeface="Cambria" panose="02040503050406030204" pitchFamily="18" charset="0"/>
                <a:ea typeface="Cambria" panose="02040503050406030204" pitchFamily="18" charset="0"/>
                <a:cs typeface="Verdana"/>
                <a:sym typeface="Verdana"/>
              </a:rPr>
              <a:t>Name of the Program Project Coordinator: </a:t>
            </a:r>
            <a:r>
              <a:rPr lang="en-IN" sz="1800" dirty="0"/>
              <a:t>Dr. </a:t>
            </a:r>
            <a:r>
              <a:rPr lang="en-IN" sz="1800" dirty="0" err="1"/>
              <a:t>Jayavadivel</a:t>
            </a:r>
            <a:r>
              <a:rPr lang="en-IN" sz="1800" dirty="0"/>
              <a:t> Ravi and </a:t>
            </a:r>
            <a:r>
              <a:rPr lang="en-IN" sz="1800" dirty="0" err="1"/>
              <a:t>Mr.Muthuraju</a:t>
            </a:r>
            <a:r>
              <a:rPr lang="en-IN" sz="1800" dirty="0"/>
              <a:t> V </a:t>
            </a:r>
            <a:endParaRPr lang="en-US" sz="1800" b="1" dirty="0">
              <a:solidFill>
                <a:srgbClr val="FF0000"/>
              </a:solidFill>
              <a:latin typeface="Cambria" panose="02040503050406030204" pitchFamily="18" charset="0"/>
              <a:ea typeface="Cambria" panose="02040503050406030204" pitchFamily="18" charset="0"/>
              <a:cs typeface="Verdana"/>
              <a:sym typeface="Verdana"/>
            </a:endParaRPr>
          </a:p>
          <a:p>
            <a:pPr lvl="0">
              <a:buClr>
                <a:srgbClr val="17365D"/>
              </a:buClr>
              <a:buSzPct val="100000"/>
            </a:pPr>
            <a:r>
              <a:rPr lang="en-US" sz="1800" b="1" dirty="0">
                <a:solidFill>
                  <a:schemeClr val="accent1"/>
                </a:solidFill>
                <a:latin typeface="Cambria" panose="02040503050406030204" pitchFamily="18" charset="0"/>
                <a:ea typeface="Cambria" panose="02040503050406030204" pitchFamily="18" charset="0"/>
                <a:cs typeface="Verdana"/>
                <a:sym typeface="Verdana"/>
              </a:rPr>
              <a:t>Name of the School Project Coordinators: </a:t>
            </a:r>
            <a:r>
              <a:rPr lang="en-US" sz="1800" b="1" i="0" u="none" strike="noStrike" cap="none" dirty="0">
                <a:solidFill>
                  <a:schemeClr val="tx1"/>
                </a:solidFill>
                <a:latin typeface="Cambria" panose="02040503050406030204" pitchFamily="18" charset="0"/>
                <a:ea typeface="Cambria" panose="02040503050406030204" pitchFamily="18" charset="0"/>
                <a:cs typeface="Verdana"/>
                <a:sym typeface="Verdana"/>
              </a:rPr>
              <a:t>Dr. </a:t>
            </a:r>
            <a:r>
              <a:rPr lang="en-US" sz="1800" b="1" i="0" u="none" strike="noStrike" cap="none" dirty="0" err="1">
                <a:solidFill>
                  <a:schemeClr val="tx1"/>
                </a:solidFill>
                <a:latin typeface="Cambria" panose="02040503050406030204" pitchFamily="18" charset="0"/>
                <a:ea typeface="Cambria" panose="02040503050406030204" pitchFamily="18" charset="0"/>
                <a:cs typeface="Verdana"/>
                <a:sym typeface="Verdana"/>
              </a:rPr>
              <a:t>Sampath</a:t>
            </a:r>
            <a:r>
              <a:rPr lang="en-US" sz="1800" b="1" i="0" u="none" strike="noStrike" cap="none" dirty="0">
                <a:solidFill>
                  <a:schemeClr val="tx1"/>
                </a:solidFill>
                <a:latin typeface="Cambria" panose="02040503050406030204" pitchFamily="18" charset="0"/>
                <a:ea typeface="Cambria" panose="02040503050406030204" pitchFamily="18" charset="0"/>
                <a:cs typeface="Verdana"/>
                <a:sym typeface="Verdana"/>
              </a:rPr>
              <a:t> A K , Dr. </a:t>
            </a:r>
            <a:r>
              <a:rPr lang="en-US" sz="1800" b="1" i="0" u="none" strike="noStrike" cap="none" dirty="0" err="1">
                <a:solidFill>
                  <a:schemeClr val="tx1"/>
                </a:solidFill>
                <a:latin typeface="Cambria" panose="02040503050406030204" pitchFamily="18" charset="0"/>
                <a:ea typeface="Cambria" panose="02040503050406030204" pitchFamily="18" charset="0"/>
                <a:cs typeface="Verdana"/>
                <a:sym typeface="Verdana"/>
              </a:rPr>
              <a:t>Geetha</a:t>
            </a:r>
            <a:r>
              <a:rPr lang="en-US" sz="1800" b="1" i="0" u="none" strike="noStrike" cap="none" dirty="0">
                <a:solidFill>
                  <a:schemeClr val="tx1"/>
                </a:solidFill>
                <a:latin typeface="Cambria" panose="02040503050406030204" pitchFamily="18" charset="0"/>
                <a:ea typeface="Cambria" panose="02040503050406030204" pitchFamily="18" charset="0"/>
                <a:cs typeface="Verdana"/>
                <a:sym typeface="Verdana"/>
              </a:rPr>
              <a:t> A </a:t>
            </a:r>
            <a:endParaRPr sz="1800" b="1" i="0" u="none" strike="noStrike" cap="none" dirty="0">
              <a:solidFill>
                <a:schemeClr val="tx1"/>
              </a:solidFill>
              <a:latin typeface="Cambria" panose="02040503050406030204" pitchFamily="18" charset="0"/>
              <a:ea typeface="Cambria" panose="02040503050406030204" pitchFamily="18" charset="0"/>
              <a:cs typeface="Verdana"/>
              <a:sym typeface="Verdana"/>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95"/>
        <p:cNvGrpSpPr/>
        <p:nvPr/>
      </p:nvGrpSpPr>
      <p:grpSpPr>
        <a:xfrm>
          <a:off x="0" y="0"/>
          <a:ext cx="0" cy="0"/>
          <a:chOff x="0" y="0"/>
          <a:chExt cx="0" cy="0"/>
        </a:xfrm>
      </p:grpSpPr>
      <p:sp>
        <p:nvSpPr>
          <p:cNvPr id="1048606" name="Google Shape;97;p14"/>
          <p:cNvSpPr txBox="1">
            <a:spLocks noGrp="1"/>
          </p:cNvSpPr>
          <p:nvPr>
            <p:ph type="body" idx="1"/>
          </p:nvPr>
        </p:nvSpPr>
        <p:spPr>
          <a:xfrm>
            <a:off x="266439" y="1171305"/>
            <a:ext cx="11659121" cy="3924299"/>
          </a:xfrm>
          <a:prstGeom prst="rect">
            <a:avLst/>
          </a:prstGeom>
          <a:noFill/>
          <a:ln>
            <a:noFill/>
          </a:ln>
        </p:spPr>
        <p:txBody>
          <a:bodyPr spcFirstLastPara="1" wrap="square" lIns="91425" tIns="45700" rIns="91425" bIns="45700" anchor="t" anchorCtr="0">
            <a:normAutofit fontScale="25000" lnSpcReduction="20000"/>
          </a:bodyPr>
          <a:lstStyle/>
          <a:p>
            <a:r>
              <a:rPr lang="en-US" sz="8800" dirty="0"/>
              <a:t>Students in higher education are increasingly affected by mental health challenges such as stress, anxiety, depression, and burnout, driven by academic pressure, career uncertainty, financial constraints, and social factors. However, existing mental health support systems in educational institutions are often inadequate, difficult to access, and limited by long waiting times, insufficient counseling resources, lack of personalization, and social stigma. As a result, many students do not seek timely help, leading to undetected and worsening psychological issues that adversely impact their academic performance, well-being, and overall development.</a:t>
            </a:r>
          </a:p>
          <a:p>
            <a:r>
              <a:rPr lang="en-US" sz="8800" dirty="0"/>
              <a:t>There is a lack of a unified, accessible, and proactive digital platform that can provide continuous mental health monitoring, early identification of psychological distress, confidential support, and timely professional intervention for students in higher education. This gap highlights the need for an effective digital mental health and psychological support system that can deliver scalable, personalized, and stigma-free mental health services, ensuring improved student well-being and a supportive academic environment.</a:t>
            </a:r>
          </a:p>
          <a:p>
            <a:pPr marL="76200" indent="0">
              <a:buNone/>
            </a:pPr>
            <a:endParaRPr lang="en-US" dirty="0"/>
          </a:p>
        </p:txBody>
      </p:sp>
      <p:sp>
        <p:nvSpPr>
          <p:cNvPr id="1048607" name="Title 2"/>
          <p:cNvSpPr>
            <a:spLocks noGrp="1"/>
          </p:cNvSpPr>
          <p:nvPr>
            <p:ph type="title"/>
          </p:nvPr>
        </p:nvSpPr>
        <p:spPr/>
        <p:txBody>
          <a:bodyPr/>
          <a:lstStyle/>
          <a:p>
            <a:r>
              <a:rPr lang="en-IN" dirty="0"/>
              <a:t>Problem Statement</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95"/>
        <p:cNvGrpSpPr/>
        <p:nvPr/>
      </p:nvGrpSpPr>
      <p:grpSpPr>
        <a:xfrm>
          <a:off x="0" y="0"/>
          <a:ext cx="0" cy="0"/>
          <a:chOff x="0" y="0"/>
          <a:chExt cx="0" cy="0"/>
        </a:xfrm>
      </p:grpSpPr>
      <p:sp>
        <p:nvSpPr>
          <p:cNvPr id="1048610" name="Google Shape;97;p14"/>
          <p:cNvSpPr txBox="1">
            <a:spLocks noGrp="1"/>
          </p:cNvSpPr>
          <p:nvPr>
            <p:ph type="body" idx="1"/>
          </p:nvPr>
        </p:nvSpPr>
        <p:spPr>
          <a:xfrm>
            <a:off x="320040" y="1069849"/>
            <a:ext cx="11871960" cy="5084063"/>
          </a:xfrm>
          <a:prstGeom prst="rect">
            <a:avLst/>
          </a:prstGeom>
          <a:noFill/>
          <a:ln>
            <a:noFill/>
          </a:ln>
        </p:spPr>
        <p:txBody>
          <a:bodyPr spcFirstLastPara="1" wrap="square" lIns="91425" tIns="45700" rIns="91425" bIns="45700" anchor="t" anchorCtr="0">
            <a:normAutofit fontScale="25000" lnSpcReduction="20000"/>
          </a:bodyPr>
          <a:lstStyle/>
          <a:p>
            <a:r>
              <a:rPr lang="en-US" sz="9600" dirty="0"/>
              <a:t>To design and develop a digital mental health and psychological support system specifically tailored to the needs of students in higher education.</a:t>
            </a:r>
          </a:p>
          <a:p>
            <a:r>
              <a:rPr lang="en-US" sz="9600" dirty="0"/>
              <a:t>To provide accessible, confidential, and stigma-free mental health support through a user-friendly digital platform.</a:t>
            </a:r>
          </a:p>
          <a:p>
            <a:r>
              <a:rPr lang="en-US" sz="9600" dirty="0"/>
              <a:t>To enable early identification and continuous monitoring of students’ mental health conditions using self-assessment and data-driven tools.</a:t>
            </a:r>
          </a:p>
          <a:p>
            <a:r>
              <a:rPr lang="en-US" sz="9600" dirty="0"/>
              <a:t>To offer personalized self-help resources, coping strategies, and mental wellness programs based on individual student needs.</a:t>
            </a:r>
          </a:p>
          <a:p>
            <a:r>
              <a:rPr lang="en-US" sz="9600" dirty="0"/>
              <a:t>To facilitate timely access to professional counseling and psychological support through digital consultations and referrals.</a:t>
            </a:r>
          </a:p>
          <a:p>
            <a:r>
              <a:rPr lang="en-US" sz="9600" dirty="0"/>
              <a:t>To promote awareness and mental health literacy among students, encouraging proactive self-care and help-seeking behavior.</a:t>
            </a:r>
          </a:p>
          <a:p>
            <a:r>
              <a:rPr lang="en-US" sz="9600" dirty="0"/>
              <a:t>To support educational institutions in understanding mental health trends and improving student well-being through aggregated insights while maintaining data privacy.</a:t>
            </a:r>
          </a:p>
          <a:p>
            <a:pPr marL="76200" indent="0">
              <a:buNone/>
            </a:pPr>
            <a:endParaRPr lang="en-US" dirty="0"/>
          </a:p>
        </p:txBody>
      </p:sp>
      <p:sp>
        <p:nvSpPr>
          <p:cNvPr id="1048611" name="Title 2"/>
          <p:cNvSpPr>
            <a:spLocks noGrp="1"/>
          </p:cNvSpPr>
          <p:nvPr>
            <p:ph type="title"/>
          </p:nvPr>
        </p:nvSpPr>
        <p:spPr/>
        <p:txBody>
          <a:bodyPr/>
          <a:lstStyle/>
          <a:p>
            <a:pPr marL="152400" algn="just">
              <a:lnSpc>
                <a:spcPct val="200000"/>
              </a:lnSpc>
            </a:pPr>
            <a:r>
              <a:rPr lang="en-US" dirty="0">
                <a:latin typeface="Cambria" panose="02040503050406030204" pitchFamily="18" charset="0"/>
                <a:ea typeface="Cambria" panose="02040503050406030204" pitchFamily="18" charset="0"/>
              </a:rPr>
              <a:t>Objectives</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13"/>
        <p:cNvGrpSpPr/>
        <p:nvPr/>
      </p:nvGrpSpPr>
      <p:grpSpPr>
        <a:xfrm>
          <a:off x="0" y="0"/>
          <a:ext cx="0" cy="0"/>
          <a:chOff x="0" y="0"/>
          <a:chExt cx="0" cy="0"/>
        </a:xfrm>
      </p:grpSpPr>
      <p:sp>
        <p:nvSpPr>
          <p:cNvPr id="11" name="Google Shape;114;p17">
            <a:extLst>
              <a:ext uri="{FF2B5EF4-FFF2-40B4-BE49-F238E27FC236}">
                <a16:creationId xmlns:a16="http://schemas.microsoft.com/office/drawing/2014/main" id="{2431918B-C051-C341-85F3-4C9F22220617}"/>
              </a:ext>
            </a:extLst>
          </p:cNvPr>
          <p:cNvSpPr txBox="1">
            <a:spLocks noGrp="1"/>
          </p:cNvSpPr>
          <p:nvPr>
            <p:ph type="title"/>
          </p:nvPr>
        </p:nvSpPr>
        <p:spPr>
          <a:xfrm>
            <a:off x="812800" y="274638"/>
            <a:ext cx="10668000" cy="487500"/>
          </a:xfrm>
          <a:prstGeom prst="rect">
            <a:avLst/>
          </a:prstGeom>
          <a:noFill/>
          <a:ln>
            <a:noFill/>
          </a:ln>
        </p:spPr>
        <p:txBody>
          <a:bodyPr spcFirstLastPara="1" wrap="square" lIns="91425" tIns="45700" rIns="91425" bIns="45700" anchor="ctr" anchorCtr="0">
            <a:noAutofit/>
          </a:bodyPr>
          <a:lstStyle/>
          <a:p>
            <a:pPr marL="152400" lvl="0">
              <a:lnSpc>
                <a:spcPct val="200000"/>
              </a:lnSpc>
            </a:pPr>
            <a:r>
              <a:rPr lang="en-US" dirty="0">
                <a:latin typeface="Cambria" panose="02040503050406030204" pitchFamily="18" charset="0"/>
                <a:ea typeface="Cambria" panose="02040503050406030204" pitchFamily="18" charset="0"/>
              </a:rPr>
              <a:t>Source Code Details</a:t>
            </a:r>
          </a:p>
        </p:txBody>
      </p:sp>
      <p:sp>
        <p:nvSpPr>
          <p:cNvPr id="12" name="AutoShape 2">
            <a:extLst>
              <a:ext uri="{FF2B5EF4-FFF2-40B4-BE49-F238E27FC236}">
                <a16:creationId xmlns:a16="http://schemas.microsoft.com/office/drawing/2014/main" id="{CA3EDAA7-6625-760E-454B-120BF0041786}"/>
              </a:ext>
            </a:extLst>
          </p:cNvPr>
          <p:cNvSpPr>
            <a:spLocks noChangeAspect="1" noChangeArrowheads="1"/>
          </p:cNvSpPr>
          <p:nvPr/>
        </p:nvSpPr>
        <p:spPr bwMode="auto">
          <a:xfrm>
            <a:off x="63499" y="-152401"/>
            <a:ext cx="1224717" cy="1224717"/>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sp>
        <p:nvSpPr>
          <p:cNvPr id="13" name="Text Placeholder 1">
            <a:extLst>
              <a:ext uri="{FF2B5EF4-FFF2-40B4-BE49-F238E27FC236}">
                <a16:creationId xmlns:a16="http://schemas.microsoft.com/office/drawing/2014/main" id="{CECFAA6D-C79C-A684-047F-CF8244D2031E}"/>
              </a:ext>
            </a:extLst>
          </p:cNvPr>
          <p:cNvSpPr>
            <a:spLocks noGrp="1" noChangeArrowheads="1"/>
          </p:cNvSpPr>
          <p:nvPr>
            <p:ph type="body" idx="1"/>
          </p:nvPr>
        </p:nvSpPr>
        <p:spPr bwMode="auto">
          <a:xfrm>
            <a:off x="4046220" y="887650"/>
            <a:ext cx="3927348" cy="369332"/>
          </a:xfrm>
          <a:prstGeom prst="rect">
            <a:avLst/>
          </a:prstGeom>
          <a:noFill/>
          <a:ln>
            <a:noFill/>
          </a:ln>
          <a:effectLst/>
        </p:spPr>
        <p:txBody>
          <a:bodyPr vert="horz" wrap="square" lIns="91440" tIns="45720" rIns="91440" bIns="45720" numCol="1" anchor="ctr" anchorCtr="0" compatLnSpc="1">
            <a:prstTxWarp prst="textNoShape">
              <a:avLst/>
            </a:prstTxWarp>
            <a:spAutoFit/>
          </a:bodyPr>
          <a:lstStyle/>
          <a:p>
            <a:pPr marL="0" lvl="0" indent="0" eaLnBrk="0" fontAlgn="base" hangingPunct="0">
              <a:spcBef>
                <a:spcPct val="0"/>
              </a:spcBef>
              <a:spcAft>
                <a:spcPct val="0"/>
              </a:spcAft>
              <a:buClrTx/>
              <a:buSzTx/>
              <a:buNone/>
            </a:pPr>
            <a:r>
              <a:rPr lang="en-IN" sz="1800" dirty="0"/>
              <a:t>Safety-First Message Processing</a:t>
            </a: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14" name="TextBox 13">
            <a:extLst>
              <a:ext uri="{FF2B5EF4-FFF2-40B4-BE49-F238E27FC236}">
                <a16:creationId xmlns:a16="http://schemas.microsoft.com/office/drawing/2014/main" id="{DB9D7024-C032-E0EE-61C4-4E3A44D78E3E}"/>
              </a:ext>
            </a:extLst>
          </p:cNvPr>
          <p:cNvSpPr txBox="1"/>
          <p:nvPr/>
        </p:nvSpPr>
        <p:spPr>
          <a:xfrm>
            <a:off x="322326" y="1189177"/>
            <a:ext cx="6094476" cy="4708981"/>
          </a:xfrm>
          <a:prstGeom prst="rect">
            <a:avLst/>
          </a:prstGeom>
          <a:noFill/>
        </p:spPr>
        <p:txBody>
          <a:bodyPr wrap="square">
            <a:spAutoFit/>
          </a:bodyPr>
          <a:lstStyle/>
          <a:p>
            <a:pPr algn="l"/>
            <a:r>
              <a:rPr lang="en-IN" sz="1200" b="1" i="0" dirty="0">
                <a:solidFill>
                  <a:schemeClr val="tx1"/>
                </a:solidFill>
                <a:effectLst/>
                <a:latin typeface="Segoe WPC"/>
              </a:rPr>
              <a:t>Threshold-Based Filtering:</a:t>
            </a:r>
            <a:r>
              <a:rPr lang="en-IN" sz="1200" b="0" i="0" dirty="0">
                <a:solidFill>
                  <a:schemeClr val="tx1"/>
                </a:solidFill>
                <a:effectLst/>
                <a:latin typeface="Segoe WPC"/>
              </a:rPr>
              <a:t> The system uses a strict </a:t>
            </a:r>
            <a:r>
              <a:rPr lang="en-IN" sz="1200" b="1" i="0" dirty="0">
                <a:solidFill>
                  <a:schemeClr val="tx1"/>
                </a:solidFill>
                <a:effectLst/>
                <a:latin typeface="Segoe WPC"/>
              </a:rPr>
              <a:t>0.5 risk threshold</a:t>
            </a:r>
            <a:r>
              <a:rPr lang="en-IN" sz="1200" b="0" i="0" dirty="0">
                <a:solidFill>
                  <a:schemeClr val="tx1"/>
                </a:solidFill>
                <a:effectLst/>
                <a:latin typeface="Segoe WPC"/>
              </a:rPr>
              <a:t>.</a:t>
            </a:r>
          </a:p>
          <a:p>
            <a:pPr algn="l"/>
            <a:r>
              <a:rPr lang="en-IN" sz="1200" b="1" i="0" dirty="0">
                <a:solidFill>
                  <a:schemeClr val="tx1"/>
                </a:solidFill>
                <a:effectLst/>
                <a:latin typeface="Segoe WPC"/>
              </a:rPr>
              <a:t>Classification Workflow:</a:t>
            </a:r>
            <a:endParaRPr lang="en-IN" sz="1200" b="0" i="0" dirty="0">
              <a:solidFill>
                <a:schemeClr val="tx1"/>
              </a:solidFill>
              <a:effectLst/>
              <a:latin typeface="Segoe WPC"/>
            </a:endParaRPr>
          </a:p>
          <a:p>
            <a:pPr marL="742950" lvl="1" indent="-285750" algn="l">
              <a:buFont typeface="Arial" panose="020B0604020202020204" pitchFamily="34" charset="0"/>
              <a:buChar char="•"/>
            </a:pPr>
            <a:r>
              <a:rPr lang="en-IN" sz="1200" b="0" i="0" dirty="0">
                <a:solidFill>
                  <a:schemeClr val="tx1"/>
                </a:solidFill>
                <a:effectLst/>
                <a:latin typeface="Segoe WPC"/>
              </a:rPr>
              <a:t>User sends a message.</a:t>
            </a:r>
          </a:p>
          <a:p>
            <a:pPr marL="742950" lvl="1" indent="-285750" algn="l">
              <a:buFont typeface="Arial" panose="020B0604020202020204" pitchFamily="34" charset="0"/>
              <a:buChar char="•"/>
            </a:pPr>
            <a:r>
              <a:rPr lang="en-IN" sz="1200" b="0" i="0" dirty="0" err="1">
                <a:solidFill>
                  <a:schemeClr val="tx1"/>
                </a:solidFill>
                <a:effectLst/>
                <a:latin typeface="ui-monospace"/>
              </a:rPr>
              <a:t>CustomSafetyClassifier</a:t>
            </a:r>
            <a:r>
              <a:rPr lang="en-IN" sz="1200" b="0" i="0" dirty="0">
                <a:solidFill>
                  <a:schemeClr val="tx1"/>
                </a:solidFill>
                <a:effectLst/>
                <a:latin typeface="Segoe WPC"/>
              </a:rPr>
              <a:t> (</a:t>
            </a:r>
            <a:r>
              <a:rPr lang="en-IN" sz="1200" b="0" i="0" dirty="0" err="1">
                <a:solidFill>
                  <a:schemeClr val="tx1"/>
                </a:solidFill>
                <a:effectLst/>
                <a:latin typeface="Segoe WPC"/>
              </a:rPr>
              <a:t>TFLite</a:t>
            </a:r>
            <a:r>
              <a:rPr lang="en-IN" sz="1200" b="0" i="0" dirty="0">
                <a:solidFill>
                  <a:schemeClr val="tx1"/>
                </a:solidFill>
                <a:effectLst/>
                <a:latin typeface="Segoe WPC"/>
              </a:rPr>
              <a:t>/Offline ML) generates a </a:t>
            </a:r>
            <a:r>
              <a:rPr lang="en-IN" sz="1200" b="1" i="0" dirty="0">
                <a:solidFill>
                  <a:schemeClr val="tx1"/>
                </a:solidFill>
                <a:effectLst/>
                <a:latin typeface="Segoe WPC"/>
              </a:rPr>
              <a:t>Risk Score (0.0 to 1.0)</a:t>
            </a:r>
            <a:r>
              <a:rPr lang="en-IN" sz="1200" b="0" i="0" dirty="0">
                <a:solidFill>
                  <a:schemeClr val="tx1"/>
                </a:solidFill>
                <a:effectLst/>
                <a:latin typeface="Segoe WPC"/>
              </a:rPr>
              <a:t>.</a:t>
            </a:r>
          </a:p>
          <a:p>
            <a:pPr marL="742950" lvl="1" indent="-285750" algn="l">
              <a:buFont typeface="Arial" panose="020B0604020202020204" pitchFamily="34" charset="0"/>
              <a:buChar char="•"/>
            </a:pPr>
            <a:r>
              <a:rPr lang="en-IN" sz="1200" b="1" i="0" dirty="0">
                <a:solidFill>
                  <a:schemeClr val="tx1"/>
                </a:solidFill>
                <a:effectLst/>
                <a:latin typeface="Segoe WPC"/>
              </a:rPr>
              <a:t>Score &lt; 0.5:</a:t>
            </a:r>
            <a:r>
              <a:rPr lang="en-IN" sz="1200" b="0" i="0" dirty="0">
                <a:solidFill>
                  <a:schemeClr val="tx1"/>
                </a:solidFill>
                <a:effectLst/>
                <a:latin typeface="Segoe WPC"/>
              </a:rPr>
              <a:t> Message is "Safe" $\</a:t>
            </a:r>
            <a:r>
              <a:rPr lang="en-IN" sz="1200" b="0" i="0" dirty="0" err="1">
                <a:solidFill>
                  <a:schemeClr val="tx1"/>
                </a:solidFill>
                <a:effectLst/>
                <a:latin typeface="Segoe WPC"/>
              </a:rPr>
              <a:t>rightarrow</a:t>
            </a:r>
            <a:r>
              <a:rPr lang="en-IN" sz="1200" b="0" i="0" dirty="0">
                <a:solidFill>
                  <a:schemeClr val="tx1"/>
                </a:solidFill>
                <a:effectLst/>
                <a:latin typeface="Segoe WPC"/>
              </a:rPr>
              <a:t>$ Sent to ChatGPT.</a:t>
            </a:r>
          </a:p>
          <a:p>
            <a:pPr marL="742950" lvl="1" indent="-285750" algn="l">
              <a:buFont typeface="Arial" panose="020B0604020202020204" pitchFamily="34" charset="0"/>
              <a:buChar char="•"/>
            </a:pPr>
            <a:r>
              <a:rPr lang="en-IN" sz="1200" b="1" i="0" dirty="0">
                <a:solidFill>
                  <a:schemeClr val="tx1"/>
                </a:solidFill>
                <a:effectLst/>
                <a:latin typeface="Segoe WPC"/>
              </a:rPr>
              <a:t>Score $\</a:t>
            </a:r>
            <a:r>
              <a:rPr lang="en-IN" sz="1200" b="1" i="0" dirty="0" err="1">
                <a:solidFill>
                  <a:schemeClr val="tx1"/>
                </a:solidFill>
                <a:effectLst/>
                <a:latin typeface="Segoe WPC"/>
              </a:rPr>
              <a:t>ge</a:t>
            </a:r>
            <a:r>
              <a:rPr lang="en-IN" sz="1200" b="1" i="0" dirty="0">
                <a:solidFill>
                  <a:schemeClr val="tx1"/>
                </a:solidFill>
                <a:effectLst/>
                <a:latin typeface="Segoe WPC"/>
              </a:rPr>
              <a:t>$ 0.5:</a:t>
            </a:r>
            <a:r>
              <a:rPr lang="en-IN" sz="1200" b="0" i="0" dirty="0">
                <a:solidFill>
                  <a:schemeClr val="tx1"/>
                </a:solidFill>
                <a:effectLst/>
                <a:latin typeface="Segoe WPC"/>
              </a:rPr>
              <a:t> Message is "High-Risk" $\</a:t>
            </a:r>
            <a:r>
              <a:rPr lang="en-IN" sz="1200" b="0" i="0" dirty="0" err="1">
                <a:solidFill>
                  <a:schemeClr val="tx1"/>
                </a:solidFill>
                <a:effectLst/>
                <a:latin typeface="Segoe WPC"/>
              </a:rPr>
              <a:t>rightarrow</a:t>
            </a:r>
            <a:r>
              <a:rPr lang="en-IN" sz="1200" b="0" i="0" dirty="0">
                <a:solidFill>
                  <a:schemeClr val="tx1"/>
                </a:solidFill>
                <a:effectLst/>
                <a:latin typeface="Segoe WPC"/>
              </a:rPr>
              <a:t>$ Blocked immediately.</a:t>
            </a:r>
          </a:p>
          <a:p>
            <a:pPr algn="l"/>
            <a:r>
              <a:rPr lang="en-IN" sz="1200" b="1" i="0" dirty="0">
                <a:solidFill>
                  <a:schemeClr val="tx1"/>
                </a:solidFill>
                <a:effectLst/>
                <a:latin typeface="Segoe WPC"/>
              </a:rPr>
              <a:t>Code Highlight (Prediction Logic):</a:t>
            </a:r>
            <a:endParaRPr lang="en-IN" sz="1200" b="0" i="0" dirty="0">
              <a:solidFill>
                <a:schemeClr val="tx1"/>
              </a:solidFill>
              <a:effectLst/>
              <a:latin typeface="Segoe WPC"/>
            </a:endParaRPr>
          </a:p>
          <a:p>
            <a:pPr algn="l">
              <a:buNone/>
            </a:pPr>
            <a:r>
              <a:rPr lang="en-IN" sz="1200" b="0" i="0" dirty="0">
                <a:solidFill>
                  <a:schemeClr val="tx1"/>
                </a:solidFill>
                <a:effectLst/>
                <a:latin typeface="ui-sans-serif"/>
              </a:rPr>
              <a:t>java</a:t>
            </a:r>
          </a:p>
          <a:p>
            <a:pPr algn="l">
              <a:buNone/>
            </a:pPr>
            <a:r>
              <a:rPr lang="en-IN" sz="1200" b="0" i="0" dirty="0">
                <a:solidFill>
                  <a:schemeClr val="tx1"/>
                </a:solidFill>
                <a:effectLst/>
                <a:latin typeface="Courier New" panose="02070309020205020404" pitchFamily="49" charset="0"/>
              </a:rPr>
              <a:t>// Local ML Inference Logic</a:t>
            </a:r>
          </a:p>
          <a:p>
            <a:pPr algn="l">
              <a:buNone/>
            </a:pPr>
            <a:r>
              <a:rPr lang="en-IN" sz="1200" b="0" i="0" dirty="0">
                <a:solidFill>
                  <a:schemeClr val="tx1"/>
                </a:solidFill>
                <a:effectLst/>
                <a:latin typeface="Courier New" panose="02070309020205020404" pitchFamily="49" charset="0"/>
              </a:rPr>
              <a:t>public </a:t>
            </a:r>
            <a:r>
              <a:rPr lang="en-IN" sz="1200" b="0" i="0" dirty="0" err="1">
                <a:solidFill>
                  <a:schemeClr val="tx1"/>
                </a:solidFill>
                <a:effectLst/>
                <a:latin typeface="Courier New" panose="02070309020205020404" pitchFamily="49" charset="0"/>
              </a:rPr>
              <a:t>SafetyResult</a:t>
            </a:r>
            <a:r>
              <a:rPr lang="en-IN" sz="1200" b="0" i="0" dirty="0">
                <a:solidFill>
                  <a:schemeClr val="tx1"/>
                </a:solidFill>
                <a:effectLst/>
                <a:latin typeface="Courier New" panose="02070309020205020404" pitchFamily="49" charset="0"/>
              </a:rPr>
              <a:t> </a:t>
            </a:r>
            <a:r>
              <a:rPr lang="en-IN" sz="1200" b="0" i="0" dirty="0" err="1">
                <a:solidFill>
                  <a:schemeClr val="tx1"/>
                </a:solidFill>
                <a:effectLst/>
                <a:latin typeface="Courier New" panose="02070309020205020404" pitchFamily="49" charset="0"/>
              </a:rPr>
              <a:t>analyzeMessage</a:t>
            </a:r>
            <a:r>
              <a:rPr lang="en-IN" sz="1200" b="0" i="0" dirty="0">
                <a:solidFill>
                  <a:schemeClr val="tx1"/>
                </a:solidFill>
                <a:effectLst/>
                <a:latin typeface="Courier New" panose="02070309020205020404" pitchFamily="49" charset="0"/>
              </a:rPr>
              <a:t>(String message) {</a:t>
            </a:r>
          </a:p>
          <a:p>
            <a:pPr algn="l">
              <a:buNone/>
            </a:pPr>
            <a:r>
              <a:rPr lang="en-IN" sz="1200" b="0" i="0" dirty="0">
                <a:solidFill>
                  <a:schemeClr val="tx1"/>
                </a:solidFill>
                <a:effectLst/>
                <a:latin typeface="Courier New" panose="02070309020205020404" pitchFamily="49" charset="0"/>
              </a:rPr>
              <a:t>    // 1. Hand over raw text to Offline ML Model</a:t>
            </a:r>
          </a:p>
          <a:p>
            <a:pPr algn="l">
              <a:buNone/>
            </a:pPr>
            <a:r>
              <a:rPr lang="en-IN" sz="1200" b="0" i="0" dirty="0">
                <a:solidFill>
                  <a:schemeClr val="tx1"/>
                </a:solidFill>
                <a:effectLst/>
                <a:latin typeface="Courier New" panose="02070309020205020404" pitchFamily="49" charset="0"/>
              </a:rPr>
              <a:t>    float </a:t>
            </a:r>
            <a:r>
              <a:rPr lang="en-IN" sz="1200" b="0" i="0" dirty="0" err="1">
                <a:solidFill>
                  <a:schemeClr val="tx1"/>
                </a:solidFill>
                <a:effectLst/>
                <a:latin typeface="Courier New" panose="02070309020205020404" pitchFamily="49" charset="0"/>
              </a:rPr>
              <a:t>riskScore</a:t>
            </a:r>
            <a:r>
              <a:rPr lang="en-IN" sz="1200" b="0" i="0" dirty="0">
                <a:solidFill>
                  <a:schemeClr val="tx1"/>
                </a:solidFill>
                <a:effectLst/>
                <a:latin typeface="Courier New" panose="02070309020205020404" pitchFamily="49" charset="0"/>
              </a:rPr>
              <a:t> = </a:t>
            </a:r>
            <a:r>
              <a:rPr lang="en-IN" sz="1200" b="0" i="0" dirty="0" err="1">
                <a:solidFill>
                  <a:schemeClr val="tx1"/>
                </a:solidFill>
                <a:effectLst/>
                <a:latin typeface="Courier New" panose="02070309020205020404" pitchFamily="49" charset="0"/>
              </a:rPr>
              <a:t>customClassifier.predict</a:t>
            </a:r>
            <a:r>
              <a:rPr lang="en-IN" sz="1200" b="0" i="0" dirty="0">
                <a:solidFill>
                  <a:schemeClr val="tx1"/>
                </a:solidFill>
                <a:effectLst/>
                <a:latin typeface="Courier New" panose="02070309020205020404" pitchFamily="49" charset="0"/>
              </a:rPr>
              <a:t>(message);</a:t>
            </a:r>
          </a:p>
          <a:p>
            <a:pPr algn="l">
              <a:buNone/>
            </a:pPr>
            <a:r>
              <a:rPr lang="en-IN" sz="1200" b="0" i="0" dirty="0">
                <a:solidFill>
                  <a:schemeClr val="tx1"/>
                </a:solidFill>
                <a:effectLst/>
                <a:latin typeface="Courier New" panose="02070309020205020404" pitchFamily="49" charset="0"/>
              </a:rPr>
              <a:t>    </a:t>
            </a:r>
          </a:p>
          <a:p>
            <a:pPr algn="l">
              <a:buNone/>
            </a:pPr>
            <a:r>
              <a:rPr lang="en-IN" sz="1200" b="0" i="0" dirty="0">
                <a:solidFill>
                  <a:schemeClr val="tx1"/>
                </a:solidFill>
                <a:effectLst/>
                <a:latin typeface="Courier New" panose="02070309020205020404" pitchFamily="49" charset="0"/>
              </a:rPr>
              <a:t>    // 2. Threshold Check (Safety Threshold = 0.5)</a:t>
            </a:r>
          </a:p>
          <a:p>
            <a:pPr algn="l">
              <a:buNone/>
            </a:pPr>
            <a:r>
              <a:rPr lang="en-IN" sz="1200" b="0" i="0" dirty="0">
                <a:solidFill>
                  <a:schemeClr val="tx1"/>
                </a:solidFill>
                <a:effectLst/>
                <a:latin typeface="Courier New" panose="02070309020205020404" pitchFamily="49" charset="0"/>
              </a:rPr>
              <a:t>    if (</a:t>
            </a:r>
            <a:r>
              <a:rPr lang="en-IN" sz="1200" b="0" i="0" dirty="0" err="1">
                <a:solidFill>
                  <a:schemeClr val="tx1"/>
                </a:solidFill>
                <a:effectLst/>
                <a:latin typeface="Courier New" panose="02070309020205020404" pitchFamily="49" charset="0"/>
              </a:rPr>
              <a:t>riskScore</a:t>
            </a:r>
            <a:r>
              <a:rPr lang="en-IN" sz="1200" b="0" i="0" dirty="0">
                <a:solidFill>
                  <a:schemeClr val="tx1"/>
                </a:solidFill>
                <a:effectLst/>
                <a:latin typeface="Courier New" panose="02070309020205020404" pitchFamily="49" charset="0"/>
              </a:rPr>
              <a:t> &gt;= 0.5f) {</a:t>
            </a:r>
          </a:p>
          <a:p>
            <a:pPr algn="l">
              <a:buNone/>
            </a:pPr>
            <a:r>
              <a:rPr lang="en-IN" sz="1200" b="0" i="0" dirty="0">
                <a:solidFill>
                  <a:schemeClr val="tx1"/>
                </a:solidFill>
                <a:effectLst/>
                <a:latin typeface="Courier New" panose="02070309020205020404" pitchFamily="49" charset="0"/>
              </a:rPr>
              <a:t>        // [HIGH-RISK] Block communication and trigger Crisis Protocol</a:t>
            </a:r>
          </a:p>
          <a:p>
            <a:pPr algn="l">
              <a:buNone/>
            </a:pPr>
            <a:r>
              <a:rPr lang="en-IN" sz="1200" b="0" i="0" dirty="0">
                <a:solidFill>
                  <a:schemeClr val="tx1"/>
                </a:solidFill>
                <a:effectLst/>
                <a:latin typeface="Courier New" panose="02070309020205020404" pitchFamily="49" charset="0"/>
              </a:rPr>
              <a:t>        return new </a:t>
            </a:r>
            <a:r>
              <a:rPr lang="en-IN" sz="1200" b="0" i="0" dirty="0" err="1">
                <a:solidFill>
                  <a:schemeClr val="tx1"/>
                </a:solidFill>
                <a:effectLst/>
                <a:latin typeface="Courier New" panose="02070309020205020404" pitchFamily="49" charset="0"/>
              </a:rPr>
              <a:t>SafetyResult</a:t>
            </a:r>
            <a:r>
              <a:rPr lang="en-IN" sz="1200" b="0" i="0" dirty="0">
                <a:solidFill>
                  <a:schemeClr val="tx1"/>
                </a:solidFill>
                <a:effectLst/>
                <a:latin typeface="Courier New" panose="02070309020205020404" pitchFamily="49" charset="0"/>
              </a:rPr>
              <a:t>(false, </a:t>
            </a:r>
            <a:r>
              <a:rPr lang="en-IN" sz="1200" b="0" i="0" dirty="0" err="1">
                <a:solidFill>
                  <a:schemeClr val="tx1"/>
                </a:solidFill>
                <a:effectLst/>
                <a:latin typeface="Courier New" panose="02070309020205020404" pitchFamily="49" charset="0"/>
              </a:rPr>
              <a:t>riskScore</a:t>
            </a:r>
            <a:r>
              <a:rPr lang="en-IN" sz="1200" b="0" i="0" dirty="0">
                <a:solidFill>
                  <a:schemeClr val="tx1"/>
                </a:solidFill>
                <a:effectLst/>
                <a:latin typeface="Courier New" panose="02070309020205020404" pitchFamily="49" charset="0"/>
              </a:rPr>
              <a:t>, "Blocked by ML");</a:t>
            </a:r>
          </a:p>
          <a:p>
            <a:pPr algn="l">
              <a:buNone/>
            </a:pPr>
            <a:r>
              <a:rPr lang="en-IN" sz="1200" b="0" i="0" dirty="0">
                <a:solidFill>
                  <a:schemeClr val="tx1"/>
                </a:solidFill>
                <a:effectLst/>
                <a:latin typeface="Courier New" panose="02070309020205020404" pitchFamily="49" charset="0"/>
              </a:rPr>
              <a:t>    }</a:t>
            </a:r>
          </a:p>
          <a:p>
            <a:pPr algn="l">
              <a:buNone/>
            </a:pPr>
            <a:r>
              <a:rPr lang="en-IN" sz="1200" b="0" i="0" dirty="0">
                <a:solidFill>
                  <a:schemeClr val="tx1"/>
                </a:solidFill>
                <a:effectLst/>
                <a:latin typeface="Courier New" panose="02070309020205020404" pitchFamily="49" charset="0"/>
              </a:rPr>
              <a:t>    </a:t>
            </a:r>
          </a:p>
          <a:p>
            <a:pPr algn="l">
              <a:buNone/>
            </a:pPr>
            <a:r>
              <a:rPr lang="en-IN" sz="1200" b="0" i="0" dirty="0">
                <a:solidFill>
                  <a:schemeClr val="tx1"/>
                </a:solidFill>
                <a:effectLst/>
                <a:latin typeface="Courier New" panose="02070309020205020404" pitchFamily="49" charset="0"/>
              </a:rPr>
              <a:t>    // [SAFE] Proceed to AI conversational engine</a:t>
            </a:r>
          </a:p>
          <a:p>
            <a:pPr algn="l">
              <a:buNone/>
            </a:pPr>
            <a:r>
              <a:rPr lang="en-IN" sz="1200" b="0" i="0" dirty="0">
                <a:solidFill>
                  <a:schemeClr val="tx1"/>
                </a:solidFill>
                <a:effectLst/>
                <a:latin typeface="Courier New" panose="02070309020205020404" pitchFamily="49" charset="0"/>
              </a:rPr>
              <a:t>    return new </a:t>
            </a:r>
            <a:r>
              <a:rPr lang="en-IN" sz="1200" b="0" i="0" dirty="0" err="1">
                <a:solidFill>
                  <a:schemeClr val="tx1"/>
                </a:solidFill>
                <a:effectLst/>
                <a:latin typeface="Courier New" panose="02070309020205020404" pitchFamily="49" charset="0"/>
              </a:rPr>
              <a:t>SafetyResult</a:t>
            </a:r>
            <a:r>
              <a:rPr lang="en-IN" sz="1200" b="0" i="0" dirty="0">
                <a:solidFill>
                  <a:schemeClr val="tx1"/>
                </a:solidFill>
                <a:effectLst/>
                <a:latin typeface="Courier New" panose="02070309020205020404" pitchFamily="49" charset="0"/>
              </a:rPr>
              <a:t>(true, </a:t>
            </a:r>
            <a:r>
              <a:rPr lang="en-IN" sz="1200" b="0" i="0" dirty="0" err="1">
                <a:solidFill>
                  <a:schemeClr val="tx1"/>
                </a:solidFill>
                <a:effectLst/>
                <a:latin typeface="Courier New" panose="02070309020205020404" pitchFamily="49" charset="0"/>
              </a:rPr>
              <a:t>riskScore</a:t>
            </a:r>
            <a:r>
              <a:rPr lang="en-IN" sz="1200" b="0" i="0" dirty="0">
                <a:solidFill>
                  <a:schemeClr val="tx1"/>
                </a:solidFill>
                <a:effectLst/>
                <a:latin typeface="Courier New" panose="02070309020205020404" pitchFamily="49" charset="0"/>
              </a:rPr>
              <a:t>, "Safe to process");</a:t>
            </a:r>
          </a:p>
          <a:p>
            <a:pPr algn="l">
              <a:buNone/>
            </a:pPr>
            <a:r>
              <a:rPr lang="en-IN" sz="1200" b="0" i="0" dirty="0">
                <a:solidFill>
                  <a:schemeClr val="tx1"/>
                </a:solidFill>
                <a:effectLst/>
                <a:latin typeface="Courier New" panose="02070309020205020404" pitchFamily="49" charset="0"/>
              </a:rPr>
              <a:t>}</a:t>
            </a:r>
          </a:p>
        </p:txBody>
      </p:sp>
      <p:sp>
        <p:nvSpPr>
          <p:cNvPr id="15" name="TextBox 14">
            <a:extLst>
              <a:ext uri="{FF2B5EF4-FFF2-40B4-BE49-F238E27FC236}">
                <a16:creationId xmlns:a16="http://schemas.microsoft.com/office/drawing/2014/main" id="{975EE6C5-EDF4-278A-DE7E-E524E3D4AA4B}"/>
              </a:ext>
            </a:extLst>
          </p:cNvPr>
          <p:cNvSpPr txBox="1"/>
          <p:nvPr/>
        </p:nvSpPr>
        <p:spPr>
          <a:xfrm>
            <a:off x="6311646" y="1189177"/>
            <a:ext cx="4661154" cy="5047536"/>
          </a:xfrm>
          <a:prstGeom prst="rect">
            <a:avLst/>
          </a:prstGeom>
          <a:noFill/>
        </p:spPr>
        <p:txBody>
          <a:bodyPr wrap="square">
            <a:spAutoFit/>
          </a:bodyPr>
          <a:lstStyle/>
          <a:p>
            <a:pPr algn="l"/>
            <a:r>
              <a:rPr lang="en-IN" b="1" i="0" dirty="0">
                <a:solidFill>
                  <a:schemeClr val="tx1"/>
                </a:solidFill>
                <a:effectLst/>
                <a:latin typeface="Segoe WPC"/>
              </a:rPr>
              <a:t>The Challenge:</a:t>
            </a:r>
            <a:r>
              <a:rPr lang="en-IN" b="0" i="0" dirty="0">
                <a:solidFill>
                  <a:schemeClr val="tx1"/>
                </a:solidFill>
                <a:effectLst/>
                <a:latin typeface="Segoe WPC"/>
              </a:rPr>
              <a:t> ML models sometimes misinterpret short, common greetings (e.g., "Hi", "Hello") as risky due to training data noise.</a:t>
            </a:r>
          </a:p>
          <a:p>
            <a:pPr algn="l"/>
            <a:r>
              <a:rPr lang="en-IN" b="1" i="0" dirty="0">
                <a:solidFill>
                  <a:schemeClr val="tx1"/>
                </a:solidFill>
                <a:effectLst/>
                <a:latin typeface="Segoe WPC"/>
              </a:rPr>
              <a:t>The Solution:</a:t>
            </a:r>
            <a:r>
              <a:rPr lang="en-IN" b="0" i="0" dirty="0">
                <a:solidFill>
                  <a:schemeClr val="tx1"/>
                </a:solidFill>
                <a:effectLst/>
                <a:latin typeface="Segoe WPC"/>
              </a:rPr>
              <a:t> An </a:t>
            </a:r>
            <a:r>
              <a:rPr lang="en-IN" b="1" i="0" dirty="0">
                <a:solidFill>
                  <a:schemeClr val="tx1"/>
                </a:solidFill>
                <a:effectLst/>
                <a:latin typeface="Segoe WPC"/>
              </a:rPr>
              <a:t>Optimization Layer</a:t>
            </a:r>
            <a:r>
              <a:rPr lang="en-IN" b="0" i="0" dirty="0">
                <a:solidFill>
                  <a:schemeClr val="tx1"/>
                </a:solidFill>
                <a:effectLst/>
                <a:latin typeface="Segoe WPC"/>
              </a:rPr>
              <a:t> that whitelists common greetings to ensure a smooth user experience.</a:t>
            </a:r>
          </a:p>
          <a:p>
            <a:pPr algn="l">
              <a:buFont typeface="Arial" panose="020B0604020202020204" pitchFamily="34" charset="0"/>
              <a:buChar char="•"/>
            </a:pPr>
            <a:r>
              <a:rPr lang="en-IN" b="1" i="0" dirty="0">
                <a:solidFill>
                  <a:schemeClr val="tx1"/>
                </a:solidFill>
                <a:effectLst/>
                <a:latin typeface="Segoe WPC"/>
              </a:rPr>
              <a:t>Code Highlight (Whitelisting):</a:t>
            </a:r>
            <a:endParaRPr lang="en-IN" b="0" i="0" dirty="0">
              <a:solidFill>
                <a:schemeClr val="tx1"/>
              </a:solidFill>
              <a:effectLst/>
              <a:latin typeface="Segoe WPC"/>
            </a:endParaRPr>
          </a:p>
          <a:p>
            <a:pPr algn="l">
              <a:buNone/>
            </a:pPr>
            <a:r>
              <a:rPr lang="en-IN" b="0" i="0" dirty="0">
                <a:solidFill>
                  <a:schemeClr val="tx1"/>
                </a:solidFill>
                <a:effectLst/>
                <a:latin typeface="ui-sans-serif"/>
              </a:rPr>
              <a:t>java</a:t>
            </a:r>
          </a:p>
          <a:p>
            <a:pPr algn="l">
              <a:buNone/>
            </a:pPr>
            <a:r>
              <a:rPr lang="en-IN" b="0" i="0" dirty="0">
                <a:solidFill>
                  <a:schemeClr val="tx1"/>
                </a:solidFill>
                <a:effectLst/>
                <a:latin typeface="Courier New" panose="02070309020205020404" pitchFamily="49" charset="0"/>
              </a:rPr>
              <a:t>// Prevents ML False Positives on simple greetings</a:t>
            </a:r>
          </a:p>
          <a:p>
            <a:pPr algn="l">
              <a:buNone/>
            </a:pPr>
            <a:r>
              <a:rPr lang="en-IN" b="0" i="0" dirty="0">
                <a:solidFill>
                  <a:schemeClr val="tx1"/>
                </a:solidFill>
                <a:effectLst/>
                <a:latin typeface="Courier New" panose="02070309020205020404" pitchFamily="49" charset="0"/>
              </a:rPr>
              <a:t>private </a:t>
            </a:r>
            <a:r>
              <a:rPr lang="en-IN" b="0" i="0" dirty="0" err="1">
                <a:solidFill>
                  <a:schemeClr val="tx1"/>
                </a:solidFill>
                <a:effectLst/>
                <a:latin typeface="Courier New" panose="02070309020205020404" pitchFamily="49" charset="0"/>
              </a:rPr>
              <a:t>boolean</a:t>
            </a:r>
            <a:r>
              <a:rPr lang="en-IN" b="0" i="0" dirty="0">
                <a:solidFill>
                  <a:schemeClr val="tx1"/>
                </a:solidFill>
                <a:effectLst/>
                <a:latin typeface="Courier New" panose="02070309020205020404" pitchFamily="49" charset="0"/>
              </a:rPr>
              <a:t> </a:t>
            </a:r>
            <a:r>
              <a:rPr lang="en-IN" b="0" i="0" dirty="0" err="1">
                <a:solidFill>
                  <a:schemeClr val="tx1"/>
                </a:solidFill>
                <a:effectLst/>
                <a:latin typeface="Courier New" panose="02070309020205020404" pitchFamily="49" charset="0"/>
              </a:rPr>
              <a:t>isCommonGreeting</a:t>
            </a:r>
            <a:r>
              <a:rPr lang="en-IN" b="0" i="0" dirty="0">
                <a:solidFill>
                  <a:schemeClr val="tx1"/>
                </a:solidFill>
                <a:effectLst/>
                <a:latin typeface="Courier New" panose="02070309020205020404" pitchFamily="49" charset="0"/>
              </a:rPr>
              <a:t>(String message) {</a:t>
            </a:r>
          </a:p>
          <a:p>
            <a:pPr algn="l">
              <a:buNone/>
            </a:pPr>
            <a:r>
              <a:rPr lang="en-IN" b="0" i="0" dirty="0">
                <a:solidFill>
                  <a:schemeClr val="tx1"/>
                </a:solidFill>
                <a:effectLst/>
                <a:latin typeface="Courier New" panose="02070309020205020404" pitchFamily="49" charset="0"/>
              </a:rPr>
              <a:t>    String clean = </a:t>
            </a:r>
            <a:r>
              <a:rPr lang="en-IN" b="0" i="0" dirty="0" err="1">
                <a:solidFill>
                  <a:schemeClr val="tx1"/>
                </a:solidFill>
                <a:effectLst/>
                <a:latin typeface="Courier New" panose="02070309020205020404" pitchFamily="49" charset="0"/>
              </a:rPr>
              <a:t>message.toLowerCase</a:t>
            </a:r>
            <a:r>
              <a:rPr lang="en-IN" b="0" i="0" dirty="0">
                <a:solidFill>
                  <a:schemeClr val="tx1"/>
                </a:solidFill>
                <a:effectLst/>
                <a:latin typeface="Courier New" panose="02070309020205020404" pitchFamily="49" charset="0"/>
              </a:rPr>
              <a:t>().trim();</a:t>
            </a:r>
          </a:p>
          <a:p>
            <a:pPr algn="l">
              <a:buNone/>
            </a:pPr>
            <a:r>
              <a:rPr lang="en-IN" b="0" i="0" dirty="0">
                <a:solidFill>
                  <a:schemeClr val="tx1"/>
                </a:solidFill>
                <a:effectLst/>
                <a:latin typeface="Courier New" panose="02070309020205020404" pitchFamily="49" charset="0"/>
              </a:rPr>
              <a:t>    // Regex check for variations of Hi/Hello</a:t>
            </a:r>
          </a:p>
          <a:p>
            <a:pPr algn="l">
              <a:buNone/>
            </a:pPr>
            <a:r>
              <a:rPr lang="en-IN" b="0" i="0" dirty="0">
                <a:solidFill>
                  <a:schemeClr val="tx1"/>
                </a:solidFill>
                <a:effectLst/>
                <a:latin typeface="Courier New" panose="02070309020205020404" pitchFamily="49" charset="0"/>
              </a:rPr>
              <a:t>    if (</a:t>
            </a:r>
            <a:r>
              <a:rPr lang="en-IN" b="0" i="0" dirty="0" err="1">
                <a:solidFill>
                  <a:schemeClr val="tx1"/>
                </a:solidFill>
                <a:effectLst/>
                <a:latin typeface="Courier New" panose="02070309020205020404" pitchFamily="49" charset="0"/>
              </a:rPr>
              <a:t>clean.matches</a:t>
            </a:r>
            <a:r>
              <a:rPr lang="en-IN" b="0" i="0" dirty="0">
                <a:solidFill>
                  <a:schemeClr val="tx1"/>
                </a:solidFill>
                <a:effectLst/>
                <a:latin typeface="Courier New" panose="02070309020205020404" pitchFamily="49" charset="0"/>
              </a:rPr>
              <a:t>("</a:t>
            </a:r>
            <a:r>
              <a:rPr lang="en-IN" b="0" i="0" dirty="0" err="1">
                <a:solidFill>
                  <a:schemeClr val="tx1"/>
                </a:solidFill>
                <a:effectLst/>
                <a:latin typeface="Courier New" panose="02070309020205020404" pitchFamily="49" charset="0"/>
              </a:rPr>
              <a:t>h+i</a:t>
            </a:r>
            <a:r>
              <a:rPr lang="en-IN" b="0" i="0" dirty="0">
                <a:solidFill>
                  <a:schemeClr val="tx1"/>
                </a:solidFill>
                <a:effectLst/>
                <a:latin typeface="Courier New" panose="02070309020205020404" pitchFamily="49" charset="0"/>
              </a:rPr>
              <a:t>+|</a:t>
            </a:r>
            <a:r>
              <a:rPr lang="en-IN" b="0" i="0" dirty="0" err="1">
                <a:solidFill>
                  <a:schemeClr val="tx1"/>
                </a:solidFill>
                <a:effectLst/>
                <a:latin typeface="Courier New" panose="02070309020205020404" pitchFamily="49" charset="0"/>
              </a:rPr>
              <a:t>hello|hey|hlo|hola</a:t>
            </a:r>
            <a:r>
              <a:rPr lang="en-IN" b="0" i="0" dirty="0">
                <a:solidFill>
                  <a:schemeClr val="tx1"/>
                </a:solidFill>
                <a:effectLst/>
                <a:latin typeface="Courier New" panose="02070309020205020404" pitchFamily="49" charset="0"/>
              </a:rPr>
              <a:t>")) {</a:t>
            </a:r>
          </a:p>
          <a:p>
            <a:pPr algn="l">
              <a:buNone/>
            </a:pPr>
            <a:r>
              <a:rPr lang="en-IN" b="0" i="0" dirty="0">
                <a:solidFill>
                  <a:schemeClr val="tx1"/>
                </a:solidFill>
                <a:effectLst/>
                <a:latin typeface="Courier New" panose="02070309020205020404" pitchFamily="49" charset="0"/>
              </a:rPr>
              <a:t>        return true; // Bypass ML for instant "Safe" result</a:t>
            </a:r>
          </a:p>
          <a:p>
            <a:pPr algn="l">
              <a:buNone/>
            </a:pPr>
            <a:r>
              <a:rPr lang="en-IN" b="0" i="0" dirty="0">
                <a:solidFill>
                  <a:schemeClr val="tx1"/>
                </a:solidFill>
                <a:effectLst/>
                <a:latin typeface="Courier New" panose="02070309020205020404" pitchFamily="49" charset="0"/>
              </a:rPr>
              <a:t>    }</a:t>
            </a:r>
          </a:p>
          <a:p>
            <a:pPr algn="l">
              <a:buNone/>
            </a:pPr>
            <a:r>
              <a:rPr lang="en-IN" b="0" i="0" dirty="0">
                <a:solidFill>
                  <a:schemeClr val="tx1"/>
                </a:solidFill>
                <a:effectLst/>
                <a:latin typeface="Courier New" panose="02070309020205020404" pitchFamily="49" charset="0"/>
              </a:rPr>
              <a:t>    return false;</a:t>
            </a:r>
          </a:p>
          <a:p>
            <a:pPr algn="l">
              <a:buNone/>
            </a:pPr>
            <a:r>
              <a:rPr lang="en-IN" b="0" i="0" dirty="0">
                <a:solidFill>
                  <a:schemeClr val="tx1"/>
                </a:solidFill>
                <a:effectLst/>
                <a:latin typeface="Courier New" panose="02070309020205020404" pitchFamily="49" charset="0"/>
              </a:rPr>
              <a:t>}</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13"/>
        <p:cNvGrpSpPr/>
        <p:nvPr/>
      </p:nvGrpSpPr>
      <p:grpSpPr>
        <a:xfrm>
          <a:off x="0" y="0"/>
          <a:ext cx="0" cy="0"/>
          <a:chOff x="0" y="0"/>
          <a:chExt cx="0" cy="0"/>
        </a:xfrm>
      </p:grpSpPr>
      <p:sp>
        <p:nvSpPr>
          <p:cNvPr id="6" name="Google Shape;114;p17">
            <a:extLst>
              <a:ext uri="{FF2B5EF4-FFF2-40B4-BE49-F238E27FC236}">
                <a16:creationId xmlns:a16="http://schemas.microsoft.com/office/drawing/2014/main" id="{95D836FD-FBCD-D58F-12BD-5C9243C7C090}"/>
              </a:ext>
            </a:extLst>
          </p:cNvPr>
          <p:cNvSpPr txBox="1">
            <a:spLocks noGrp="1"/>
          </p:cNvSpPr>
          <p:nvPr>
            <p:ph type="title"/>
          </p:nvPr>
        </p:nvSpPr>
        <p:spPr>
          <a:xfrm>
            <a:off x="812800" y="274638"/>
            <a:ext cx="10668000" cy="487500"/>
          </a:xfrm>
          <a:prstGeom prst="rect">
            <a:avLst/>
          </a:prstGeom>
          <a:noFill/>
          <a:ln>
            <a:noFill/>
          </a:ln>
        </p:spPr>
        <p:txBody>
          <a:bodyPr spcFirstLastPara="1" wrap="square" lIns="91425" tIns="45700" rIns="91425" bIns="45700" anchor="ctr" anchorCtr="0">
            <a:noAutofit/>
          </a:bodyPr>
          <a:lstStyle/>
          <a:p>
            <a:pPr marL="152400" lvl="0">
              <a:lnSpc>
                <a:spcPct val="200000"/>
              </a:lnSpc>
            </a:pPr>
            <a:r>
              <a:rPr lang="en-US" dirty="0">
                <a:latin typeface="Cambria" panose="02040503050406030204" pitchFamily="18" charset="0"/>
                <a:ea typeface="Cambria" panose="02040503050406030204" pitchFamily="18" charset="0"/>
              </a:rPr>
              <a:t>Source Code Details</a:t>
            </a:r>
          </a:p>
        </p:txBody>
      </p:sp>
      <p:sp>
        <p:nvSpPr>
          <p:cNvPr id="7" name="AutoShape 2">
            <a:extLst>
              <a:ext uri="{FF2B5EF4-FFF2-40B4-BE49-F238E27FC236}">
                <a16:creationId xmlns:a16="http://schemas.microsoft.com/office/drawing/2014/main" id="{3821D120-70A6-173F-0D2A-8CB508CDD752}"/>
              </a:ext>
            </a:extLst>
          </p:cNvPr>
          <p:cNvSpPr>
            <a:spLocks noChangeAspect="1" noChangeArrowheads="1"/>
          </p:cNvSpPr>
          <p:nvPr/>
        </p:nvSpPr>
        <p:spPr bwMode="auto">
          <a:xfrm>
            <a:off x="63499" y="-152401"/>
            <a:ext cx="1224717" cy="1224717"/>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sp>
        <p:nvSpPr>
          <p:cNvPr id="8" name="TextBox 7">
            <a:extLst>
              <a:ext uri="{FF2B5EF4-FFF2-40B4-BE49-F238E27FC236}">
                <a16:creationId xmlns:a16="http://schemas.microsoft.com/office/drawing/2014/main" id="{A5102047-FEB7-88A2-4CA0-10D1012985BD}"/>
              </a:ext>
            </a:extLst>
          </p:cNvPr>
          <p:cNvSpPr txBox="1"/>
          <p:nvPr/>
        </p:nvSpPr>
        <p:spPr>
          <a:xfrm>
            <a:off x="514350" y="1443841"/>
            <a:ext cx="4770882" cy="4616648"/>
          </a:xfrm>
          <a:prstGeom prst="rect">
            <a:avLst/>
          </a:prstGeom>
          <a:noFill/>
        </p:spPr>
        <p:txBody>
          <a:bodyPr wrap="square">
            <a:spAutoFit/>
          </a:bodyPr>
          <a:lstStyle/>
          <a:p>
            <a:pPr algn="l"/>
            <a:r>
              <a:rPr lang="en-US" b="1" i="0" dirty="0">
                <a:solidFill>
                  <a:schemeClr val="tx1"/>
                </a:solidFill>
                <a:effectLst/>
                <a:latin typeface="Segoe WPC"/>
              </a:rPr>
              <a:t>Immediate Action:</a:t>
            </a:r>
            <a:r>
              <a:rPr lang="en-US" b="0" i="0" dirty="0">
                <a:solidFill>
                  <a:schemeClr val="tx1"/>
                </a:solidFill>
                <a:effectLst/>
                <a:latin typeface="Segoe WPC"/>
              </a:rPr>
              <a:t> When the Safety Manager blocks a message, the system swaps the AI response with a static </a:t>
            </a:r>
            <a:r>
              <a:rPr lang="en-US" b="1" i="0" dirty="0">
                <a:solidFill>
                  <a:schemeClr val="tx1"/>
                </a:solidFill>
                <a:effectLst/>
                <a:latin typeface="Segoe WPC"/>
              </a:rPr>
              <a:t>Crisis Intervention Message</a:t>
            </a:r>
            <a:r>
              <a:rPr lang="en-US" b="0" i="0" dirty="0">
                <a:solidFill>
                  <a:schemeClr val="tx1"/>
                </a:solidFill>
                <a:effectLst/>
                <a:latin typeface="Segoe WPC"/>
              </a:rPr>
              <a:t>.</a:t>
            </a:r>
          </a:p>
          <a:p>
            <a:pPr algn="l"/>
            <a:r>
              <a:rPr lang="en-US" b="1" i="0" dirty="0">
                <a:solidFill>
                  <a:schemeClr val="tx1"/>
                </a:solidFill>
                <a:effectLst/>
                <a:latin typeface="Segoe WPC"/>
              </a:rPr>
              <a:t>Resource Delivery:</a:t>
            </a:r>
            <a:r>
              <a:rPr lang="en-US" b="0" i="0" dirty="0">
                <a:solidFill>
                  <a:schemeClr val="tx1"/>
                </a:solidFill>
                <a:effectLst/>
                <a:latin typeface="Segoe WPC"/>
              </a:rPr>
              <a:t> Instantly provides local verified helpline numbers (</a:t>
            </a:r>
            <a:r>
              <a:rPr lang="en-US" b="0" i="0" dirty="0" err="1">
                <a:solidFill>
                  <a:schemeClr val="tx1"/>
                </a:solidFill>
                <a:effectLst/>
                <a:latin typeface="Segoe WPC"/>
              </a:rPr>
              <a:t>iCall</a:t>
            </a:r>
            <a:r>
              <a:rPr lang="en-US" b="0" i="0" dirty="0">
                <a:solidFill>
                  <a:schemeClr val="tx1"/>
                </a:solidFill>
                <a:effectLst/>
                <a:latin typeface="Segoe WPC"/>
              </a:rPr>
              <a:t>, NIMHANS, etc.).</a:t>
            </a:r>
          </a:p>
          <a:p>
            <a:pPr algn="l">
              <a:buFont typeface="Arial" panose="020B0604020202020204" pitchFamily="34" charset="0"/>
              <a:buChar char="•"/>
            </a:pPr>
            <a:r>
              <a:rPr lang="en-US" b="1" i="0" dirty="0">
                <a:solidFill>
                  <a:schemeClr val="tx1"/>
                </a:solidFill>
                <a:effectLst/>
                <a:latin typeface="Segoe WPC"/>
              </a:rPr>
              <a:t>Code Highlight (Intervention Payload):</a:t>
            </a:r>
            <a:endParaRPr lang="en-US" b="0" i="0" dirty="0">
              <a:solidFill>
                <a:schemeClr val="tx1"/>
              </a:solidFill>
              <a:effectLst/>
              <a:latin typeface="Segoe WPC"/>
            </a:endParaRPr>
          </a:p>
          <a:p>
            <a:pPr algn="l">
              <a:buNone/>
            </a:pPr>
            <a:r>
              <a:rPr lang="en-US" b="0" i="0" dirty="0">
                <a:solidFill>
                  <a:schemeClr val="tx1"/>
                </a:solidFill>
                <a:effectLst/>
                <a:latin typeface="ui-sans-serif"/>
              </a:rPr>
              <a:t>java</a:t>
            </a:r>
          </a:p>
          <a:p>
            <a:pPr algn="l">
              <a:buNone/>
            </a:pPr>
            <a:r>
              <a:rPr lang="en-US" b="0" i="0" dirty="0">
                <a:solidFill>
                  <a:schemeClr val="tx1"/>
                </a:solidFill>
                <a:effectLst/>
                <a:latin typeface="Courier New" panose="02070309020205020404" pitchFamily="49" charset="0"/>
              </a:rPr>
              <a:t>public String </a:t>
            </a:r>
            <a:r>
              <a:rPr lang="en-US" b="0" i="0" dirty="0" err="1">
                <a:solidFill>
                  <a:schemeClr val="tx1"/>
                </a:solidFill>
                <a:effectLst/>
                <a:latin typeface="Courier New" panose="02070309020205020404" pitchFamily="49" charset="0"/>
              </a:rPr>
              <a:t>getSafetyResponseMessage</a:t>
            </a:r>
            <a:r>
              <a:rPr lang="en-US" b="0" i="0" dirty="0">
                <a:solidFill>
                  <a:schemeClr val="tx1"/>
                </a:solidFill>
                <a:effectLst/>
                <a:latin typeface="Courier New" panose="02070309020205020404" pitchFamily="49" charset="0"/>
              </a:rPr>
              <a:t>() {</a:t>
            </a:r>
          </a:p>
          <a:p>
            <a:pPr algn="l">
              <a:buNone/>
            </a:pPr>
            <a:r>
              <a:rPr lang="en-US" b="0" i="0" dirty="0">
                <a:solidFill>
                  <a:schemeClr val="tx1"/>
                </a:solidFill>
                <a:effectLst/>
                <a:latin typeface="Courier New" panose="02070309020205020404" pitchFamily="49" charset="0"/>
              </a:rPr>
              <a:t>    return "I noticed you might be going through a difficult time. " +</a:t>
            </a:r>
          </a:p>
          <a:p>
            <a:pPr algn="l">
              <a:buNone/>
            </a:pPr>
            <a:r>
              <a:rPr lang="en-US" b="0" i="0" dirty="0">
                <a:solidFill>
                  <a:schemeClr val="tx1"/>
                </a:solidFill>
                <a:effectLst/>
                <a:latin typeface="Courier New" panose="02070309020205020404" pitchFamily="49" charset="0"/>
              </a:rPr>
              <a:t>           "You're not alone, and support is available.\n\n" +</a:t>
            </a:r>
          </a:p>
          <a:p>
            <a:pPr algn="l">
              <a:buNone/>
            </a:pPr>
            <a:r>
              <a:rPr lang="en-US" b="0" i="0" dirty="0">
                <a:solidFill>
                  <a:schemeClr val="tx1"/>
                </a:solidFill>
                <a:effectLst/>
                <a:latin typeface="Courier New" panose="02070309020205020404" pitchFamily="49" charset="0"/>
              </a:rPr>
              <a:t>           "🆘 Verified Helplines:\n" +</a:t>
            </a:r>
          </a:p>
          <a:p>
            <a:pPr algn="l">
              <a:buNone/>
            </a:pPr>
            <a:r>
              <a:rPr lang="en-US" b="0" i="0" dirty="0">
                <a:solidFill>
                  <a:schemeClr val="tx1"/>
                </a:solidFill>
                <a:effectLst/>
                <a:latin typeface="Courier New" panose="02070309020205020404" pitchFamily="49" charset="0"/>
              </a:rPr>
              <a:t>           "• </a:t>
            </a:r>
            <a:r>
              <a:rPr lang="en-US" b="0" i="0" dirty="0" err="1">
                <a:solidFill>
                  <a:schemeClr val="tx1"/>
                </a:solidFill>
                <a:effectLst/>
                <a:latin typeface="Courier New" panose="02070309020205020404" pitchFamily="49" charset="0"/>
              </a:rPr>
              <a:t>Vandrevala</a:t>
            </a:r>
            <a:r>
              <a:rPr lang="en-US" b="0" i="0" dirty="0">
                <a:solidFill>
                  <a:schemeClr val="tx1"/>
                </a:solidFill>
                <a:effectLst/>
                <a:latin typeface="Courier New" panose="02070309020205020404" pitchFamily="49" charset="0"/>
              </a:rPr>
              <a:t> Foundation: 1860-2662-345\n" +</a:t>
            </a:r>
          </a:p>
          <a:p>
            <a:pPr algn="l">
              <a:buNone/>
            </a:pPr>
            <a:r>
              <a:rPr lang="en-US" b="0" i="0" dirty="0">
                <a:solidFill>
                  <a:schemeClr val="tx1"/>
                </a:solidFill>
                <a:effectLst/>
                <a:latin typeface="Courier New" panose="02070309020205020404" pitchFamily="49" charset="0"/>
              </a:rPr>
              <a:t>           "• NIMHANS Crisis Line: 080-46110007\n\n" +</a:t>
            </a:r>
          </a:p>
          <a:p>
            <a:pPr algn="l">
              <a:buNone/>
            </a:pPr>
            <a:r>
              <a:rPr lang="en-US" b="0" i="0" dirty="0">
                <a:solidFill>
                  <a:schemeClr val="tx1"/>
                </a:solidFill>
                <a:effectLst/>
                <a:latin typeface="Courier New" panose="02070309020205020404" pitchFamily="49" charset="0"/>
              </a:rPr>
              <a:t>           "Support is just a call away.";</a:t>
            </a:r>
          </a:p>
          <a:p>
            <a:pPr algn="l">
              <a:buNone/>
            </a:pPr>
            <a:r>
              <a:rPr lang="en-US" b="0" i="0" dirty="0">
                <a:solidFill>
                  <a:schemeClr val="tx1"/>
                </a:solidFill>
                <a:effectLst/>
                <a:latin typeface="Courier New" panose="02070309020205020404" pitchFamily="49" charset="0"/>
              </a:rPr>
              <a:t>}</a:t>
            </a:r>
          </a:p>
          <a:p>
            <a:pPr>
              <a:buNone/>
            </a:pPr>
            <a:br>
              <a:rPr lang="en-US" dirty="0"/>
            </a:br>
            <a:endParaRPr lang="en-US" dirty="0"/>
          </a:p>
        </p:txBody>
      </p:sp>
      <p:sp>
        <p:nvSpPr>
          <p:cNvPr id="9" name="TextBox 8">
            <a:extLst>
              <a:ext uri="{FF2B5EF4-FFF2-40B4-BE49-F238E27FC236}">
                <a16:creationId xmlns:a16="http://schemas.microsoft.com/office/drawing/2014/main" id="{CE890407-D929-EF04-F816-4931DE00FDE9}"/>
              </a:ext>
            </a:extLst>
          </p:cNvPr>
          <p:cNvSpPr txBox="1"/>
          <p:nvPr/>
        </p:nvSpPr>
        <p:spPr>
          <a:xfrm>
            <a:off x="5452110" y="1563273"/>
            <a:ext cx="6094476" cy="3108543"/>
          </a:xfrm>
          <a:prstGeom prst="rect">
            <a:avLst/>
          </a:prstGeom>
          <a:noFill/>
        </p:spPr>
        <p:txBody>
          <a:bodyPr wrap="square">
            <a:spAutoFit/>
          </a:bodyPr>
          <a:lstStyle/>
          <a:p>
            <a:pPr algn="l"/>
            <a:r>
              <a:rPr lang="en-US" b="1" i="0" dirty="0">
                <a:solidFill>
                  <a:schemeClr val="tx1"/>
                </a:solidFill>
                <a:effectLst/>
                <a:latin typeface="Segoe WPC"/>
              </a:rPr>
              <a:t>Asynchronous Processing:</a:t>
            </a:r>
            <a:r>
              <a:rPr lang="en-US" b="0" i="0" dirty="0">
                <a:solidFill>
                  <a:schemeClr val="tx1"/>
                </a:solidFill>
                <a:effectLst/>
                <a:latin typeface="Segoe WPC"/>
              </a:rPr>
              <a:t> ML analysis happens on a background thread to prevent UI freezing.</a:t>
            </a:r>
          </a:p>
          <a:p>
            <a:pPr algn="l"/>
            <a:r>
              <a:rPr lang="en-US" b="1" i="0" dirty="0">
                <a:solidFill>
                  <a:schemeClr val="tx1"/>
                </a:solidFill>
                <a:effectLst/>
                <a:latin typeface="Segoe WPC"/>
              </a:rPr>
              <a:t>Speed:</a:t>
            </a:r>
            <a:r>
              <a:rPr lang="en-US" b="0" i="0" dirty="0">
                <a:solidFill>
                  <a:schemeClr val="tx1"/>
                </a:solidFill>
                <a:effectLst/>
                <a:latin typeface="Segoe WPC"/>
              </a:rPr>
              <a:t> Inference time is tracked in milliseconds (typically </a:t>
            </a:r>
            <a:r>
              <a:rPr lang="en-US" b="1" i="0" dirty="0">
                <a:solidFill>
                  <a:schemeClr val="tx1"/>
                </a:solidFill>
                <a:effectLst/>
                <a:latin typeface="Segoe WPC"/>
              </a:rPr>
              <a:t>&lt; 50ms</a:t>
            </a:r>
            <a:r>
              <a:rPr lang="en-US" b="0" i="0" dirty="0">
                <a:solidFill>
                  <a:schemeClr val="tx1"/>
                </a:solidFill>
                <a:effectLst/>
                <a:latin typeface="Segoe WPC"/>
              </a:rPr>
              <a:t>) to ensure the chatbot feels "alive" and responsive.</a:t>
            </a:r>
          </a:p>
          <a:p>
            <a:pPr algn="l"/>
            <a:r>
              <a:rPr lang="en-US" b="1" i="0" dirty="0">
                <a:solidFill>
                  <a:schemeClr val="tx1"/>
                </a:solidFill>
                <a:effectLst/>
                <a:latin typeface="Segoe WPC"/>
              </a:rPr>
              <a:t>Result Reporting:</a:t>
            </a:r>
            <a:endParaRPr lang="en-US" b="0" i="0" dirty="0">
              <a:solidFill>
                <a:schemeClr val="tx1"/>
              </a:solidFill>
              <a:effectLst/>
              <a:latin typeface="Segoe WPC"/>
            </a:endParaRPr>
          </a:p>
          <a:p>
            <a:pPr algn="l">
              <a:buNone/>
            </a:pPr>
            <a:r>
              <a:rPr lang="en-US" b="0" i="0" dirty="0">
                <a:solidFill>
                  <a:schemeClr val="tx1"/>
                </a:solidFill>
                <a:effectLst/>
                <a:latin typeface="ui-sans-serif"/>
              </a:rPr>
              <a:t>java</a:t>
            </a:r>
          </a:p>
          <a:p>
            <a:pPr algn="l">
              <a:buNone/>
            </a:pPr>
            <a:r>
              <a:rPr lang="en-US" b="0" i="0" dirty="0">
                <a:solidFill>
                  <a:schemeClr val="tx1"/>
                </a:solidFill>
                <a:effectLst/>
                <a:latin typeface="Courier New" panose="02070309020205020404" pitchFamily="49" charset="0"/>
              </a:rPr>
              <a:t>// Performance Tracking</a:t>
            </a:r>
          </a:p>
          <a:p>
            <a:pPr algn="l">
              <a:buNone/>
            </a:pPr>
            <a:r>
              <a:rPr lang="en-US" b="0" i="0" dirty="0">
                <a:solidFill>
                  <a:schemeClr val="tx1"/>
                </a:solidFill>
                <a:effectLst/>
                <a:latin typeface="Courier New" panose="02070309020205020404" pitchFamily="49" charset="0"/>
              </a:rPr>
              <a:t>long </a:t>
            </a:r>
            <a:r>
              <a:rPr lang="en-US" b="0" i="0" dirty="0" err="1">
                <a:solidFill>
                  <a:schemeClr val="tx1"/>
                </a:solidFill>
                <a:effectLst/>
                <a:latin typeface="Courier New" panose="02070309020205020404" pitchFamily="49" charset="0"/>
              </a:rPr>
              <a:t>inferenceTime</a:t>
            </a:r>
            <a:r>
              <a:rPr lang="en-US" b="0" i="0" dirty="0">
                <a:solidFill>
                  <a:schemeClr val="tx1"/>
                </a:solidFill>
                <a:effectLst/>
                <a:latin typeface="Courier New" panose="02070309020205020404" pitchFamily="49" charset="0"/>
              </a:rPr>
              <a:t> = </a:t>
            </a:r>
            <a:r>
              <a:rPr lang="en-US" b="0" i="0" dirty="0" err="1">
                <a:solidFill>
                  <a:schemeClr val="tx1"/>
                </a:solidFill>
                <a:effectLst/>
                <a:latin typeface="Courier New" panose="02070309020205020404" pitchFamily="49" charset="0"/>
              </a:rPr>
              <a:t>System.currentTimeMillis</a:t>
            </a:r>
            <a:r>
              <a:rPr lang="en-US" b="0" i="0" dirty="0">
                <a:solidFill>
                  <a:schemeClr val="tx1"/>
                </a:solidFill>
                <a:effectLst/>
                <a:latin typeface="Courier New" panose="02070309020205020404" pitchFamily="49" charset="0"/>
              </a:rPr>
              <a:t>() - </a:t>
            </a:r>
            <a:r>
              <a:rPr lang="en-US" b="0" i="0" dirty="0" err="1">
                <a:solidFill>
                  <a:schemeClr val="tx1"/>
                </a:solidFill>
                <a:effectLst/>
                <a:latin typeface="Courier New" panose="02070309020205020404" pitchFamily="49" charset="0"/>
              </a:rPr>
              <a:t>startTime</a:t>
            </a:r>
            <a:r>
              <a:rPr lang="en-US" b="0" i="0" dirty="0">
                <a:solidFill>
                  <a:schemeClr val="tx1"/>
                </a:solidFill>
                <a:effectLst/>
                <a:latin typeface="Courier New" panose="02070309020205020404" pitchFamily="49" charset="0"/>
              </a:rPr>
              <a:t>;</a:t>
            </a:r>
          </a:p>
          <a:p>
            <a:pPr algn="l">
              <a:buNone/>
            </a:pPr>
            <a:r>
              <a:rPr lang="en-US" b="0" i="0" dirty="0">
                <a:solidFill>
                  <a:schemeClr val="tx1"/>
                </a:solidFill>
                <a:effectLst/>
                <a:latin typeface="Courier New" panose="02070309020205020404" pitchFamily="49" charset="0"/>
              </a:rPr>
              <a:t>String details = </a:t>
            </a:r>
            <a:r>
              <a:rPr lang="en-US" b="0" i="0" dirty="0" err="1">
                <a:solidFill>
                  <a:schemeClr val="tx1"/>
                </a:solidFill>
                <a:effectLst/>
                <a:latin typeface="Courier New" panose="02070309020205020404" pitchFamily="49" charset="0"/>
              </a:rPr>
              <a:t>String.format</a:t>
            </a:r>
            <a:r>
              <a:rPr lang="en-US" b="0" i="0" dirty="0">
                <a:solidFill>
                  <a:schemeClr val="tx1"/>
                </a:solidFill>
                <a:effectLst/>
                <a:latin typeface="Courier New" panose="02070309020205020404" pitchFamily="49" charset="0"/>
              </a:rPr>
              <a:t>("ML Score: %.3f, Latency: %</a:t>
            </a:r>
            <a:r>
              <a:rPr lang="en-US" b="0" i="0" dirty="0" err="1">
                <a:solidFill>
                  <a:schemeClr val="tx1"/>
                </a:solidFill>
                <a:effectLst/>
                <a:latin typeface="Courier New" panose="02070309020205020404" pitchFamily="49" charset="0"/>
              </a:rPr>
              <a:t>dms</a:t>
            </a:r>
            <a:r>
              <a:rPr lang="en-US" b="0" i="0" dirty="0">
                <a:solidFill>
                  <a:schemeClr val="tx1"/>
                </a:solidFill>
                <a:effectLst/>
                <a:latin typeface="Courier New" panose="02070309020205020404" pitchFamily="49" charset="0"/>
              </a:rPr>
              <a:t>", </a:t>
            </a:r>
          </a:p>
          <a:p>
            <a:pPr algn="l">
              <a:buNone/>
            </a:pPr>
            <a:r>
              <a:rPr lang="en-US" b="0" i="0" dirty="0">
                <a:solidFill>
                  <a:schemeClr val="tx1"/>
                </a:solidFill>
                <a:effectLst/>
                <a:latin typeface="Courier New" panose="02070309020205020404" pitchFamily="49" charset="0"/>
              </a:rPr>
              <a:t>                                </a:t>
            </a:r>
            <a:r>
              <a:rPr lang="en-US" b="0" i="0" dirty="0" err="1">
                <a:solidFill>
                  <a:schemeClr val="tx1"/>
                </a:solidFill>
                <a:effectLst/>
                <a:latin typeface="Courier New" panose="02070309020205020404" pitchFamily="49" charset="0"/>
              </a:rPr>
              <a:t>riskScore</a:t>
            </a:r>
            <a:r>
              <a:rPr lang="en-US" b="0" i="0" dirty="0">
                <a:solidFill>
                  <a:schemeClr val="tx1"/>
                </a:solidFill>
                <a:effectLst/>
                <a:latin typeface="Courier New" panose="02070309020205020404" pitchFamily="49" charset="0"/>
              </a:rPr>
              <a:t>, </a:t>
            </a:r>
            <a:r>
              <a:rPr lang="en-US" b="0" i="0" dirty="0" err="1">
                <a:solidFill>
                  <a:schemeClr val="tx1"/>
                </a:solidFill>
                <a:effectLst/>
                <a:latin typeface="Courier New" panose="02070309020205020404" pitchFamily="49" charset="0"/>
              </a:rPr>
              <a:t>inferenceTime</a:t>
            </a:r>
            <a:r>
              <a:rPr lang="en-US" b="0" i="0" dirty="0">
                <a:solidFill>
                  <a:schemeClr val="tx1"/>
                </a:solidFill>
                <a:effectLst/>
                <a:latin typeface="Courier New" panose="02070309020205020404" pitchFamily="49" charset="0"/>
              </a:rPr>
              <a:t>);</a:t>
            </a:r>
          </a:p>
          <a:p>
            <a:pPr algn="l">
              <a:buNone/>
            </a:pPr>
            <a:r>
              <a:rPr lang="en-US" b="0" i="0" dirty="0" err="1">
                <a:solidFill>
                  <a:schemeClr val="tx1"/>
                </a:solidFill>
                <a:effectLst/>
                <a:latin typeface="Courier New" panose="02070309020205020404" pitchFamily="49" charset="0"/>
              </a:rPr>
              <a:t>Log.d</a:t>
            </a:r>
            <a:r>
              <a:rPr lang="en-US" b="0" i="0" dirty="0">
                <a:solidFill>
                  <a:schemeClr val="tx1"/>
                </a:solidFill>
                <a:effectLst/>
                <a:latin typeface="Courier New" panose="02070309020205020404" pitchFamily="49" charset="0"/>
              </a:rPr>
              <a:t>("SAFETY_AUDIT", details);</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Google Shape;114;p17">
            <a:extLst>
              <a:ext uri="{FF2B5EF4-FFF2-40B4-BE49-F238E27FC236}">
                <a16:creationId xmlns:a16="http://schemas.microsoft.com/office/drawing/2014/main" id="{CEADF7D9-1A7A-F2F4-9424-8471D3D6BF3D}"/>
              </a:ext>
            </a:extLst>
          </p:cNvPr>
          <p:cNvSpPr txBox="1">
            <a:spLocks noGrp="1"/>
          </p:cNvSpPr>
          <p:nvPr>
            <p:ph type="title"/>
          </p:nvPr>
        </p:nvSpPr>
        <p:spPr>
          <a:xfrm>
            <a:off x="904240" y="274500"/>
            <a:ext cx="10668000" cy="487500"/>
          </a:xfrm>
          <a:prstGeom prst="rect">
            <a:avLst/>
          </a:prstGeom>
          <a:noFill/>
          <a:ln>
            <a:noFill/>
          </a:ln>
        </p:spPr>
        <p:txBody>
          <a:bodyPr spcFirstLastPara="1" wrap="square" lIns="91425" tIns="45700" rIns="91425" bIns="45700" anchor="ctr" anchorCtr="0">
            <a:noAutofit/>
          </a:bodyPr>
          <a:lstStyle/>
          <a:p>
            <a:pPr marL="152400" lvl="0">
              <a:lnSpc>
                <a:spcPct val="200000"/>
              </a:lnSpc>
            </a:pPr>
            <a:r>
              <a:rPr lang="en-US" dirty="0">
                <a:latin typeface="Cambria" panose="02040503050406030204" pitchFamily="18" charset="0"/>
                <a:ea typeface="Cambria" panose="02040503050406030204" pitchFamily="18" charset="0"/>
              </a:rPr>
              <a:t>Results</a:t>
            </a:r>
          </a:p>
        </p:txBody>
      </p:sp>
      <p:sp>
        <p:nvSpPr>
          <p:cNvPr id="5" name="AutoShape 2">
            <a:extLst>
              <a:ext uri="{FF2B5EF4-FFF2-40B4-BE49-F238E27FC236}">
                <a16:creationId xmlns:a16="http://schemas.microsoft.com/office/drawing/2014/main" id="{E15F683D-B50D-8241-BE20-FBF26A2502CA}"/>
              </a:ext>
            </a:extLst>
          </p:cNvPr>
          <p:cNvSpPr>
            <a:spLocks noChangeAspect="1" noChangeArrowheads="1"/>
          </p:cNvSpPr>
          <p:nvPr/>
        </p:nvSpPr>
        <p:spPr bwMode="auto">
          <a:xfrm>
            <a:off x="2852928" y="185928"/>
            <a:ext cx="3395472" cy="3395472"/>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pic>
        <p:nvPicPr>
          <p:cNvPr id="6" name="Picture 5">
            <a:extLst>
              <a:ext uri="{FF2B5EF4-FFF2-40B4-BE49-F238E27FC236}">
                <a16:creationId xmlns:a16="http://schemas.microsoft.com/office/drawing/2014/main" id="{2ECCC6E5-95AD-4152-C6E4-2608CD65D555}"/>
              </a:ext>
            </a:extLst>
          </p:cNvPr>
          <p:cNvPicPr>
            <a:picLocks noChangeAspect="1"/>
          </p:cNvPicPr>
          <p:nvPr/>
        </p:nvPicPr>
        <p:blipFill>
          <a:blip r:embed="rId2"/>
          <a:stretch>
            <a:fillRect/>
          </a:stretch>
        </p:blipFill>
        <p:spPr>
          <a:xfrm>
            <a:off x="4016568" y="1421892"/>
            <a:ext cx="2263249" cy="4551926"/>
          </a:xfrm>
          <a:prstGeom prst="rect">
            <a:avLst/>
          </a:prstGeom>
        </p:spPr>
      </p:pic>
      <p:pic>
        <p:nvPicPr>
          <p:cNvPr id="7" name="Picture 6">
            <a:extLst>
              <a:ext uri="{FF2B5EF4-FFF2-40B4-BE49-F238E27FC236}">
                <a16:creationId xmlns:a16="http://schemas.microsoft.com/office/drawing/2014/main" id="{B3CEB3B1-722D-58AC-930A-DF387FF03BD0}"/>
              </a:ext>
            </a:extLst>
          </p:cNvPr>
          <p:cNvPicPr>
            <a:picLocks noChangeAspect="1"/>
          </p:cNvPicPr>
          <p:nvPr/>
        </p:nvPicPr>
        <p:blipFill>
          <a:blip r:embed="rId3"/>
          <a:stretch>
            <a:fillRect/>
          </a:stretch>
        </p:blipFill>
        <p:spPr>
          <a:xfrm>
            <a:off x="7526209" y="1364243"/>
            <a:ext cx="2327277" cy="4609576"/>
          </a:xfrm>
          <a:prstGeom prst="rect">
            <a:avLst/>
          </a:prstGeom>
        </p:spPr>
      </p:pic>
      <p:pic>
        <p:nvPicPr>
          <p:cNvPr id="8" name="Picture 7">
            <a:extLst>
              <a:ext uri="{FF2B5EF4-FFF2-40B4-BE49-F238E27FC236}">
                <a16:creationId xmlns:a16="http://schemas.microsoft.com/office/drawing/2014/main" id="{E63CC7EA-BA1D-E65F-3A27-E9667C9E3441}"/>
              </a:ext>
            </a:extLst>
          </p:cNvPr>
          <p:cNvPicPr>
            <a:picLocks noChangeAspect="1"/>
          </p:cNvPicPr>
          <p:nvPr/>
        </p:nvPicPr>
        <p:blipFill>
          <a:blip r:embed="rId4"/>
          <a:stretch>
            <a:fillRect/>
          </a:stretch>
        </p:blipFill>
        <p:spPr>
          <a:xfrm>
            <a:off x="1039859" y="1413073"/>
            <a:ext cx="1940652" cy="4336653"/>
          </a:xfrm>
          <a:prstGeom prst="rect">
            <a:avLst/>
          </a:prstGeom>
        </p:spPr>
      </p:pic>
      <p:sp>
        <p:nvSpPr>
          <p:cNvPr id="9" name="TextBox 8">
            <a:extLst>
              <a:ext uri="{FF2B5EF4-FFF2-40B4-BE49-F238E27FC236}">
                <a16:creationId xmlns:a16="http://schemas.microsoft.com/office/drawing/2014/main" id="{C2B386CC-4967-D522-A87B-5497622DDA99}"/>
              </a:ext>
            </a:extLst>
          </p:cNvPr>
          <p:cNvSpPr txBox="1"/>
          <p:nvPr/>
        </p:nvSpPr>
        <p:spPr>
          <a:xfrm>
            <a:off x="1133423" y="994910"/>
            <a:ext cx="1847088" cy="369332"/>
          </a:xfrm>
          <a:prstGeom prst="rect">
            <a:avLst/>
          </a:prstGeom>
          <a:noFill/>
        </p:spPr>
        <p:txBody>
          <a:bodyPr wrap="square" rtlCol="0">
            <a:spAutoFit/>
          </a:bodyPr>
          <a:lstStyle/>
          <a:p>
            <a:r>
              <a:rPr lang="en-IN" sz="1800" dirty="0">
                <a:latin typeface="Verdana" panose="020B0604030504040204" pitchFamily="34" charset="0"/>
                <a:ea typeface="Verdana" panose="020B0604030504040204" pitchFamily="34" charset="0"/>
              </a:rPr>
              <a:t>Sign Up Page</a:t>
            </a:r>
          </a:p>
        </p:txBody>
      </p:sp>
      <p:sp>
        <p:nvSpPr>
          <p:cNvPr id="10" name="TextBox 9">
            <a:extLst>
              <a:ext uri="{FF2B5EF4-FFF2-40B4-BE49-F238E27FC236}">
                <a16:creationId xmlns:a16="http://schemas.microsoft.com/office/drawing/2014/main" id="{A4A5E081-8CCB-0A09-8C0B-075E03DFFE0D}"/>
              </a:ext>
            </a:extLst>
          </p:cNvPr>
          <p:cNvSpPr txBox="1"/>
          <p:nvPr/>
        </p:nvSpPr>
        <p:spPr>
          <a:xfrm>
            <a:off x="4401312" y="1023342"/>
            <a:ext cx="1847088" cy="369332"/>
          </a:xfrm>
          <a:prstGeom prst="rect">
            <a:avLst/>
          </a:prstGeom>
          <a:noFill/>
        </p:spPr>
        <p:txBody>
          <a:bodyPr wrap="square" rtlCol="0">
            <a:spAutoFit/>
          </a:bodyPr>
          <a:lstStyle/>
          <a:p>
            <a:r>
              <a:rPr lang="en-IN" sz="1800" dirty="0">
                <a:latin typeface="Verdana" panose="020B0604030504040204" pitchFamily="34" charset="0"/>
                <a:ea typeface="Verdana" panose="020B0604030504040204" pitchFamily="34" charset="0"/>
              </a:rPr>
              <a:t>Login Page</a:t>
            </a:r>
          </a:p>
        </p:txBody>
      </p:sp>
      <p:sp>
        <p:nvSpPr>
          <p:cNvPr id="11" name="TextBox 10">
            <a:extLst>
              <a:ext uri="{FF2B5EF4-FFF2-40B4-BE49-F238E27FC236}">
                <a16:creationId xmlns:a16="http://schemas.microsoft.com/office/drawing/2014/main" id="{FB0C9C5D-CD2D-4008-FA25-44F8445C8704}"/>
              </a:ext>
            </a:extLst>
          </p:cNvPr>
          <p:cNvSpPr txBox="1"/>
          <p:nvPr/>
        </p:nvSpPr>
        <p:spPr>
          <a:xfrm>
            <a:off x="7967905" y="1052560"/>
            <a:ext cx="1511808" cy="369332"/>
          </a:xfrm>
          <a:prstGeom prst="rect">
            <a:avLst/>
          </a:prstGeom>
          <a:noFill/>
        </p:spPr>
        <p:txBody>
          <a:bodyPr wrap="square" rtlCol="0">
            <a:spAutoFit/>
          </a:bodyPr>
          <a:lstStyle/>
          <a:p>
            <a:r>
              <a:rPr lang="en-IN" sz="1800" dirty="0">
                <a:latin typeface="Verdana" panose="020B0604030504040204" pitchFamily="34" charset="0"/>
                <a:ea typeface="Verdana" panose="020B0604030504040204" pitchFamily="34" charset="0"/>
              </a:rPr>
              <a:t>Home Page</a:t>
            </a:r>
          </a:p>
        </p:txBody>
      </p:sp>
    </p:spTree>
    <p:extLst>
      <p:ext uri="{BB962C8B-B14F-4D97-AF65-F5344CB8AC3E}">
        <p14:creationId xmlns:p14="http://schemas.microsoft.com/office/powerpoint/2010/main" val="185219690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Google Shape;114;p17">
            <a:extLst>
              <a:ext uri="{FF2B5EF4-FFF2-40B4-BE49-F238E27FC236}">
                <a16:creationId xmlns:a16="http://schemas.microsoft.com/office/drawing/2014/main" id="{F7D87209-CEB6-3DB7-6561-CFFFBD4C9A98}"/>
              </a:ext>
            </a:extLst>
          </p:cNvPr>
          <p:cNvSpPr txBox="1">
            <a:spLocks noGrp="1"/>
          </p:cNvSpPr>
          <p:nvPr>
            <p:ph type="title"/>
          </p:nvPr>
        </p:nvSpPr>
        <p:spPr>
          <a:xfrm>
            <a:off x="812800" y="274638"/>
            <a:ext cx="10668000" cy="487500"/>
          </a:xfrm>
          <a:prstGeom prst="rect">
            <a:avLst/>
          </a:prstGeom>
          <a:noFill/>
          <a:ln>
            <a:noFill/>
          </a:ln>
        </p:spPr>
        <p:txBody>
          <a:bodyPr spcFirstLastPara="1" wrap="square" lIns="91425" tIns="45700" rIns="91425" bIns="45700" anchor="ctr" anchorCtr="0">
            <a:noAutofit/>
          </a:bodyPr>
          <a:lstStyle/>
          <a:p>
            <a:pPr marL="152400" lvl="0" algn="just">
              <a:lnSpc>
                <a:spcPct val="200000"/>
              </a:lnSpc>
            </a:pPr>
            <a:r>
              <a:rPr lang="en-US" sz="3600" dirty="0">
                <a:latin typeface="Cambria" panose="02040503050406030204" pitchFamily="18" charset="0"/>
                <a:ea typeface="Cambria" panose="02040503050406030204" pitchFamily="18" charset="0"/>
              </a:rPr>
              <a:t>Results</a:t>
            </a:r>
          </a:p>
        </p:txBody>
      </p:sp>
      <p:pic>
        <p:nvPicPr>
          <p:cNvPr id="5" name="Picture 4">
            <a:extLst>
              <a:ext uri="{FF2B5EF4-FFF2-40B4-BE49-F238E27FC236}">
                <a16:creationId xmlns:a16="http://schemas.microsoft.com/office/drawing/2014/main" id="{0B0AA0F9-D85E-78F4-4B68-BF3BB400068A}"/>
              </a:ext>
            </a:extLst>
          </p:cNvPr>
          <p:cNvPicPr>
            <a:picLocks noChangeAspect="1"/>
          </p:cNvPicPr>
          <p:nvPr/>
        </p:nvPicPr>
        <p:blipFill>
          <a:blip r:embed="rId2"/>
          <a:stretch>
            <a:fillRect/>
          </a:stretch>
        </p:blipFill>
        <p:spPr>
          <a:xfrm>
            <a:off x="1005840" y="1315028"/>
            <a:ext cx="2096628" cy="4685201"/>
          </a:xfrm>
          <a:prstGeom prst="rect">
            <a:avLst/>
          </a:prstGeom>
        </p:spPr>
      </p:pic>
      <p:pic>
        <p:nvPicPr>
          <p:cNvPr id="6" name="Picture 5">
            <a:extLst>
              <a:ext uri="{FF2B5EF4-FFF2-40B4-BE49-F238E27FC236}">
                <a16:creationId xmlns:a16="http://schemas.microsoft.com/office/drawing/2014/main" id="{0271C5CD-BC96-442C-B976-5CDA9D58BFB9}"/>
              </a:ext>
            </a:extLst>
          </p:cNvPr>
          <p:cNvPicPr>
            <a:picLocks noChangeAspect="1"/>
          </p:cNvPicPr>
          <p:nvPr/>
        </p:nvPicPr>
        <p:blipFill>
          <a:blip r:embed="rId3"/>
          <a:stretch>
            <a:fillRect/>
          </a:stretch>
        </p:blipFill>
        <p:spPr>
          <a:xfrm>
            <a:off x="4189199" y="1315028"/>
            <a:ext cx="2096627" cy="4685201"/>
          </a:xfrm>
          <a:prstGeom prst="rect">
            <a:avLst/>
          </a:prstGeom>
        </p:spPr>
      </p:pic>
      <p:sp>
        <p:nvSpPr>
          <p:cNvPr id="7" name="TextBox 6">
            <a:extLst>
              <a:ext uri="{FF2B5EF4-FFF2-40B4-BE49-F238E27FC236}">
                <a16:creationId xmlns:a16="http://schemas.microsoft.com/office/drawing/2014/main" id="{4005EF81-2529-B1D0-AFB8-72F9FDDA6DDF}"/>
              </a:ext>
            </a:extLst>
          </p:cNvPr>
          <p:cNvSpPr txBox="1"/>
          <p:nvPr/>
        </p:nvSpPr>
        <p:spPr>
          <a:xfrm>
            <a:off x="1133423" y="994910"/>
            <a:ext cx="1847088" cy="369332"/>
          </a:xfrm>
          <a:prstGeom prst="rect">
            <a:avLst/>
          </a:prstGeom>
          <a:noFill/>
        </p:spPr>
        <p:txBody>
          <a:bodyPr wrap="square" rtlCol="0">
            <a:spAutoFit/>
          </a:bodyPr>
          <a:lstStyle/>
          <a:p>
            <a:r>
              <a:rPr lang="en-IN" sz="1800" dirty="0">
                <a:latin typeface="Verdana" panose="020B0604030504040204" pitchFamily="34" charset="0"/>
                <a:ea typeface="Verdana" panose="020B0604030504040204" pitchFamily="34" charset="0"/>
              </a:rPr>
              <a:t>Booking Page</a:t>
            </a:r>
          </a:p>
        </p:txBody>
      </p:sp>
      <p:sp>
        <p:nvSpPr>
          <p:cNvPr id="8" name="TextBox 7">
            <a:extLst>
              <a:ext uri="{FF2B5EF4-FFF2-40B4-BE49-F238E27FC236}">
                <a16:creationId xmlns:a16="http://schemas.microsoft.com/office/drawing/2014/main" id="{90318203-C07A-2084-ACFA-118A785ECC84}"/>
              </a:ext>
            </a:extLst>
          </p:cNvPr>
          <p:cNvSpPr txBox="1"/>
          <p:nvPr/>
        </p:nvSpPr>
        <p:spPr>
          <a:xfrm>
            <a:off x="4313968" y="945696"/>
            <a:ext cx="1847088" cy="369332"/>
          </a:xfrm>
          <a:prstGeom prst="rect">
            <a:avLst/>
          </a:prstGeom>
          <a:noFill/>
        </p:spPr>
        <p:txBody>
          <a:bodyPr wrap="square" rtlCol="0">
            <a:spAutoFit/>
          </a:bodyPr>
          <a:lstStyle/>
          <a:p>
            <a:r>
              <a:rPr lang="en-IN" sz="1800" dirty="0">
                <a:latin typeface="Verdana" panose="020B0604030504040204" pitchFamily="34" charset="0"/>
                <a:ea typeface="Verdana" panose="020B0604030504040204" pitchFamily="34" charset="0"/>
              </a:rPr>
              <a:t>Booking Page</a:t>
            </a:r>
          </a:p>
        </p:txBody>
      </p:sp>
      <p:pic>
        <p:nvPicPr>
          <p:cNvPr id="9" name="Picture 8">
            <a:extLst>
              <a:ext uri="{FF2B5EF4-FFF2-40B4-BE49-F238E27FC236}">
                <a16:creationId xmlns:a16="http://schemas.microsoft.com/office/drawing/2014/main" id="{A64B4A3C-BFCA-DECA-ED9D-25E1638D72AE}"/>
              </a:ext>
            </a:extLst>
          </p:cNvPr>
          <p:cNvPicPr>
            <a:picLocks noChangeAspect="1"/>
          </p:cNvPicPr>
          <p:nvPr/>
        </p:nvPicPr>
        <p:blipFill>
          <a:blip r:embed="rId4"/>
          <a:stretch>
            <a:fillRect/>
          </a:stretch>
        </p:blipFill>
        <p:spPr>
          <a:xfrm>
            <a:off x="7871378" y="1315028"/>
            <a:ext cx="2271720" cy="4829740"/>
          </a:xfrm>
          <a:prstGeom prst="rect">
            <a:avLst/>
          </a:prstGeom>
        </p:spPr>
      </p:pic>
      <p:sp>
        <p:nvSpPr>
          <p:cNvPr id="10" name="TextBox 9">
            <a:extLst>
              <a:ext uri="{FF2B5EF4-FFF2-40B4-BE49-F238E27FC236}">
                <a16:creationId xmlns:a16="http://schemas.microsoft.com/office/drawing/2014/main" id="{3D3769E8-5D8A-A9B8-FEF7-3D79BA55645A}"/>
              </a:ext>
            </a:extLst>
          </p:cNvPr>
          <p:cNvSpPr txBox="1"/>
          <p:nvPr/>
        </p:nvSpPr>
        <p:spPr>
          <a:xfrm>
            <a:off x="8083694" y="945696"/>
            <a:ext cx="1847088" cy="369332"/>
          </a:xfrm>
          <a:prstGeom prst="rect">
            <a:avLst/>
          </a:prstGeom>
          <a:noFill/>
        </p:spPr>
        <p:txBody>
          <a:bodyPr wrap="square" rtlCol="0">
            <a:spAutoFit/>
          </a:bodyPr>
          <a:lstStyle/>
          <a:p>
            <a:r>
              <a:rPr lang="en-IN" sz="1800" dirty="0">
                <a:latin typeface="Verdana" panose="020B0604030504040204" pitchFamily="34" charset="0"/>
                <a:ea typeface="Verdana" panose="020B0604030504040204" pitchFamily="34" charset="0"/>
              </a:rPr>
              <a:t>Chatbot Page</a:t>
            </a:r>
          </a:p>
        </p:txBody>
      </p:sp>
    </p:spTree>
    <p:extLst>
      <p:ext uri="{BB962C8B-B14F-4D97-AF65-F5344CB8AC3E}">
        <p14:creationId xmlns:p14="http://schemas.microsoft.com/office/powerpoint/2010/main" val="305629349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FF5CCDA-8C82-01D5-D083-BFD5A4B3644A}"/>
              </a:ext>
            </a:extLst>
          </p:cNvPr>
          <p:cNvSpPr>
            <a:spLocks noGrp="1"/>
          </p:cNvSpPr>
          <p:nvPr>
            <p:ph type="title"/>
          </p:nvPr>
        </p:nvSpPr>
        <p:spPr/>
        <p:txBody>
          <a:bodyPr/>
          <a:lstStyle/>
          <a:p>
            <a:r>
              <a:rPr lang="en-US" dirty="0"/>
              <a:t>Results </a:t>
            </a:r>
            <a:endParaRPr lang="en-IN" dirty="0"/>
          </a:p>
        </p:txBody>
      </p:sp>
      <p:sp>
        <p:nvSpPr>
          <p:cNvPr id="4" name="AutoShape 2">
            <a:extLst>
              <a:ext uri="{FF2B5EF4-FFF2-40B4-BE49-F238E27FC236}">
                <a16:creationId xmlns:a16="http://schemas.microsoft.com/office/drawing/2014/main" id="{F98F914B-1F39-FAC7-B02D-29F90524C720}"/>
              </a:ext>
            </a:extLst>
          </p:cNvPr>
          <p:cNvSpPr>
            <a:spLocks noChangeAspect="1" noChangeArrowheads="1"/>
          </p:cNvSpPr>
          <p:nvPr/>
        </p:nvSpPr>
        <p:spPr bwMode="auto">
          <a:xfrm>
            <a:off x="5943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pic>
        <p:nvPicPr>
          <p:cNvPr id="6" name="Picture 5">
            <a:extLst>
              <a:ext uri="{FF2B5EF4-FFF2-40B4-BE49-F238E27FC236}">
                <a16:creationId xmlns:a16="http://schemas.microsoft.com/office/drawing/2014/main" id="{DB58FFE6-5526-2F94-B7D2-824F422CAA42}"/>
              </a:ext>
            </a:extLst>
          </p:cNvPr>
          <p:cNvPicPr>
            <a:picLocks noChangeAspect="1"/>
          </p:cNvPicPr>
          <p:nvPr/>
        </p:nvPicPr>
        <p:blipFill>
          <a:blip r:embed="rId2"/>
          <a:stretch>
            <a:fillRect/>
          </a:stretch>
        </p:blipFill>
        <p:spPr>
          <a:xfrm>
            <a:off x="8254368" y="1429439"/>
            <a:ext cx="2363622" cy="4587381"/>
          </a:xfrm>
          <a:prstGeom prst="rect">
            <a:avLst/>
          </a:prstGeom>
        </p:spPr>
      </p:pic>
      <p:pic>
        <p:nvPicPr>
          <p:cNvPr id="8" name="Picture 7">
            <a:extLst>
              <a:ext uri="{FF2B5EF4-FFF2-40B4-BE49-F238E27FC236}">
                <a16:creationId xmlns:a16="http://schemas.microsoft.com/office/drawing/2014/main" id="{181B63CD-D062-635C-C6BB-E0A66900E924}"/>
              </a:ext>
            </a:extLst>
          </p:cNvPr>
          <p:cNvPicPr>
            <a:picLocks noChangeAspect="1"/>
          </p:cNvPicPr>
          <p:nvPr/>
        </p:nvPicPr>
        <p:blipFill>
          <a:blip r:embed="rId3"/>
          <a:stretch>
            <a:fillRect/>
          </a:stretch>
        </p:blipFill>
        <p:spPr>
          <a:xfrm>
            <a:off x="4389834" y="1429440"/>
            <a:ext cx="2509674" cy="4477583"/>
          </a:xfrm>
          <a:prstGeom prst="rect">
            <a:avLst/>
          </a:prstGeom>
        </p:spPr>
      </p:pic>
      <p:pic>
        <p:nvPicPr>
          <p:cNvPr id="10" name="Picture 9">
            <a:extLst>
              <a:ext uri="{FF2B5EF4-FFF2-40B4-BE49-F238E27FC236}">
                <a16:creationId xmlns:a16="http://schemas.microsoft.com/office/drawing/2014/main" id="{D885C5FC-C3FC-CC73-66E1-5735718191B1}"/>
              </a:ext>
            </a:extLst>
          </p:cNvPr>
          <p:cNvPicPr>
            <a:picLocks noChangeAspect="1"/>
          </p:cNvPicPr>
          <p:nvPr/>
        </p:nvPicPr>
        <p:blipFill>
          <a:blip r:embed="rId4"/>
          <a:stretch>
            <a:fillRect/>
          </a:stretch>
        </p:blipFill>
        <p:spPr>
          <a:xfrm>
            <a:off x="650425" y="1342609"/>
            <a:ext cx="2784968" cy="4477582"/>
          </a:xfrm>
          <a:prstGeom prst="rect">
            <a:avLst/>
          </a:prstGeom>
        </p:spPr>
      </p:pic>
      <p:sp>
        <p:nvSpPr>
          <p:cNvPr id="11" name="TextBox 10">
            <a:extLst>
              <a:ext uri="{FF2B5EF4-FFF2-40B4-BE49-F238E27FC236}">
                <a16:creationId xmlns:a16="http://schemas.microsoft.com/office/drawing/2014/main" id="{5D740D94-41C1-7413-2735-04F788D64FF8}"/>
              </a:ext>
            </a:extLst>
          </p:cNvPr>
          <p:cNvSpPr txBox="1"/>
          <p:nvPr/>
        </p:nvSpPr>
        <p:spPr>
          <a:xfrm>
            <a:off x="1096710" y="1034832"/>
            <a:ext cx="2433320" cy="307777"/>
          </a:xfrm>
          <a:prstGeom prst="rect">
            <a:avLst/>
          </a:prstGeom>
          <a:noFill/>
        </p:spPr>
        <p:txBody>
          <a:bodyPr wrap="square" rtlCol="0">
            <a:spAutoFit/>
          </a:bodyPr>
          <a:lstStyle/>
          <a:p>
            <a:pPr algn="ctr"/>
            <a:r>
              <a:rPr lang="en-US" dirty="0"/>
              <a:t>Morning Routine</a:t>
            </a:r>
            <a:endParaRPr lang="en-IN" dirty="0"/>
          </a:p>
        </p:txBody>
      </p:sp>
      <p:sp>
        <p:nvSpPr>
          <p:cNvPr id="12" name="TextBox 11">
            <a:extLst>
              <a:ext uri="{FF2B5EF4-FFF2-40B4-BE49-F238E27FC236}">
                <a16:creationId xmlns:a16="http://schemas.microsoft.com/office/drawing/2014/main" id="{18192139-0FA1-E631-86F6-1D7A551BE975}"/>
              </a:ext>
            </a:extLst>
          </p:cNvPr>
          <p:cNvSpPr txBox="1"/>
          <p:nvPr/>
        </p:nvSpPr>
        <p:spPr>
          <a:xfrm>
            <a:off x="4389834" y="1034832"/>
            <a:ext cx="2433320" cy="307777"/>
          </a:xfrm>
          <a:prstGeom prst="rect">
            <a:avLst/>
          </a:prstGeom>
          <a:noFill/>
        </p:spPr>
        <p:txBody>
          <a:bodyPr wrap="square" rtlCol="0">
            <a:spAutoFit/>
          </a:bodyPr>
          <a:lstStyle/>
          <a:p>
            <a:pPr algn="ctr"/>
            <a:r>
              <a:rPr lang="en-US" dirty="0"/>
              <a:t>Focus Session</a:t>
            </a:r>
            <a:endParaRPr lang="en-IN" dirty="0"/>
          </a:p>
        </p:txBody>
      </p:sp>
      <p:sp>
        <p:nvSpPr>
          <p:cNvPr id="13" name="TextBox 12">
            <a:extLst>
              <a:ext uri="{FF2B5EF4-FFF2-40B4-BE49-F238E27FC236}">
                <a16:creationId xmlns:a16="http://schemas.microsoft.com/office/drawing/2014/main" id="{C9821BB4-E685-279E-01C6-74E2248F75C9}"/>
              </a:ext>
            </a:extLst>
          </p:cNvPr>
          <p:cNvSpPr txBox="1"/>
          <p:nvPr/>
        </p:nvSpPr>
        <p:spPr>
          <a:xfrm>
            <a:off x="8219519" y="1071408"/>
            <a:ext cx="2433320" cy="307777"/>
          </a:xfrm>
          <a:prstGeom prst="rect">
            <a:avLst/>
          </a:prstGeom>
          <a:noFill/>
        </p:spPr>
        <p:txBody>
          <a:bodyPr wrap="square" rtlCol="0">
            <a:spAutoFit/>
          </a:bodyPr>
          <a:lstStyle/>
          <a:p>
            <a:pPr algn="ctr"/>
            <a:r>
              <a:rPr lang="en-US" dirty="0"/>
              <a:t>Relax Page</a:t>
            </a:r>
            <a:endParaRPr lang="en-IN" dirty="0"/>
          </a:p>
        </p:txBody>
      </p:sp>
    </p:spTree>
    <p:extLst>
      <p:ext uri="{BB962C8B-B14F-4D97-AF65-F5344CB8AC3E}">
        <p14:creationId xmlns:p14="http://schemas.microsoft.com/office/powerpoint/2010/main" val="419451714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13"/>
        <p:cNvGrpSpPr/>
        <p:nvPr/>
      </p:nvGrpSpPr>
      <p:grpSpPr>
        <a:xfrm>
          <a:off x="0" y="0"/>
          <a:ext cx="0" cy="0"/>
          <a:chOff x="0" y="0"/>
          <a:chExt cx="0" cy="0"/>
        </a:xfrm>
      </p:grpSpPr>
      <p:sp>
        <p:nvSpPr>
          <p:cNvPr id="1048626" name="Google Shape;114;p17"/>
          <p:cNvSpPr txBox="1">
            <a:spLocks noGrp="1"/>
          </p:cNvSpPr>
          <p:nvPr>
            <p:ph type="title"/>
          </p:nvPr>
        </p:nvSpPr>
        <p:spPr>
          <a:xfrm>
            <a:off x="812800" y="274638"/>
            <a:ext cx="10668000" cy="487500"/>
          </a:xfrm>
          <a:prstGeom prst="rect">
            <a:avLst/>
          </a:prstGeom>
          <a:noFill/>
          <a:ln>
            <a:noFill/>
          </a:ln>
        </p:spPr>
        <p:txBody>
          <a:bodyPr spcFirstLastPara="1" wrap="square" lIns="91425" tIns="45700" rIns="91425" bIns="45700" anchor="ctr" anchorCtr="0">
            <a:noAutofit/>
          </a:bodyPr>
          <a:lstStyle/>
          <a:p>
            <a:pPr marL="152400" lvl="0" algn="just">
              <a:lnSpc>
                <a:spcPct val="200000"/>
              </a:lnSpc>
            </a:pPr>
            <a:r>
              <a:rPr lang="en-US" dirty="0">
                <a:latin typeface="Cambria" panose="02040503050406030204" pitchFamily="18" charset="0"/>
                <a:ea typeface="Cambria" panose="02040503050406030204" pitchFamily="18" charset="0"/>
              </a:rPr>
              <a:t>Innovation or Novel Contributions</a:t>
            </a:r>
            <a:endParaRPr lang="en-US" sz="3600" dirty="0">
              <a:latin typeface="Cambria" panose="02040503050406030204" pitchFamily="18" charset="0"/>
              <a:ea typeface="Cambria" panose="02040503050406030204" pitchFamily="18" charset="0"/>
            </a:endParaRPr>
          </a:p>
        </p:txBody>
      </p:sp>
      <p:sp>
        <p:nvSpPr>
          <p:cNvPr id="2" name="Rectangle 1">
            <a:extLst>
              <a:ext uri="{FF2B5EF4-FFF2-40B4-BE49-F238E27FC236}">
                <a16:creationId xmlns:a16="http://schemas.microsoft.com/office/drawing/2014/main" id="{B103A8B9-03F5-2248-AF5D-84257B3A3616}"/>
              </a:ext>
            </a:extLst>
          </p:cNvPr>
          <p:cNvSpPr>
            <a:spLocks noChangeArrowheads="1"/>
          </p:cNvSpPr>
          <p:nvPr/>
        </p:nvSpPr>
        <p:spPr bwMode="auto">
          <a:xfrm>
            <a:off x="103239" y="967180"/>
            <a:ext cx="12088761" cy="48320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200" b="0" i="0" u="none" strike="noStrike" cap="none" normalizeH="0" baseline="0" dirty="0">
                <a:ln>
                  <a:noFill/>
                </a:ln>
                <a:solidFill>
                  <a:schemeClr val="tx1"/>
                </a:solidFill>
                <a:effectLst/>
                <a:latin typeface="Verdana" panose="020B0604030504040204" pitchFamily="34" charset="0"/>
                <a:ea typeface="Verdana" panose="020B0604030504040204" pitchFamily="34" charset="0"/>
              </a:rPr>
              <a:t>Integration of an </a:t>
            </a:r>
            <a:r>
              <a:rPr kumimoji="0" lang="en-US" altLang="en-US" sz="2200" b="1" i="0" u="none" strike="noStrike" cap="none" normalizeH="0" baseline="0" dirty="0">
                <a:ln>
                  <a:noFill/>
                </a:ln>
                <a:solidFill>
                  <a:schemeClr val="tx1"/>
                </a:solidFill>
                <a:effectLst/>
                <a:latin typeface="Verdana" panose="020B0604030504040204" pitchFamily="34" charset="0"/>
                <a:ea typeface="Verdana" panose="020B0604030504040204" pitchFamily="34" charset="0"/>
              </a:rPr>
              <a:t>AI-driven mental health support system</a:t>
            </a:r>
            <a:r>
              <a:rPr kumimoji="0" lang="en-US" altLang="en-US" sz="2200" b="0" i="0" u="none" strike="noStrike" cap="none" normalizeH="0" baseline="0" dirty="0">
                <a:ln>
                  <a:noFill/>
                </a:ln>
                <a:solidFill>
                  <a:schemeClr val="tx1"/>
                </a:solidFill>
                <a:effectLst/>
                <a:latin typeface="Verdana" panose="020B0604030504040204" pitchFamily="34" charset="0"/>
                <a:ea typeface="Verdana" panose="020B0604030504040204" pitchFamily="34" charset="0"/>
              </a:rPr>
              <a:t> specifically tailored for higher education students within a single Android application.</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200" b="0" i="0" u="none" strike="noStrike" cap="none" normalizeH="0" baseline="0" dirty="0">
                <a:ln>
                  <a:noFill/>
                </a:ln>
                <a:solidFill>
                  <a:schemeClr val="tx1"/>
                </a:solidFill>
                <a:effectLst/>
                <a:latin typeface="Verdana" panose="020B0604030504040204" pitchFamily="34" charset="0"/>
                <a:ea typeface="Verdana" panose="020B0604030504040204" pitchFamily="34" charset="0"/>
              </a:rPr>
              <a:t>Real-time </a:t>
            </a:r>
            <a:r>
              <a:rPr kumimoji="0" lang="en-US" altLang="en-US" sz="2200" b="1" i="0" u="none" strike="noStrike" cap="none" normalizeH="0" baseline="0" dirty="0">
                <a:ln>
                  <a:noFill/>
                </a:ln>
                <a:solidFill>
                  <a:schemeClr val="tx1"/>
                </a:solidFill>
                <a:effectLst/>
                <a:latin typeface="Verdana" panose="020B0604030504040204" pitchFamily="34" charset="0"/>
                <a:ea typeface="Verdana" panose="020B0604030504040204" pitchFamily="34" charset="0"/>
              </a:rPr>
              <a:t>conversational psychological support</a:t>
            </a:r>
            <a:r>
              <a:rPr kumimoji="0" lang="en-US" altLang="en-US" sz="2200" b="0" i="0" u="none" strike="noStrike" cap="none" normalizeH="0" baseline="0" dirty="0">
                <a:ln>
                  <a:noFill/>
                </a:ln>
                <a:solidFill>
                  <a:schemeClr val="tx1"/>
                </a:solidFill>
                <a:effectLst/>
                <a:latin typeface="Verdana" panose="020B0604030504040204" pitchFamily="34" charset="0"/>
                <a:ea typeface="Verdana" panose="020B0604030504040204" pitchFamily="34" charset="0"/>
              </a:rPr>
              <a:t> using advanced language models to provide empathetic, context-aware responses.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200" b="1" i="0" u="none" strike="noStrike" cap="none" normalizeH="0" baseline="0" dirty="0">
                <a:ln>
                  <a:noFill/>
                </a:ln>
                <a:solidFill>
                  <a:schemeClr val="tx1"/>
                </a:solidFill>
                <a:effectLst/>
                <a:latin typeface="Verdana" panose="020B0604030504040204" pitchFamily="34" charset="0"/>
                <a:ea typeface="Verdana" panose="020B0604030504040204" pitchFamily="34" charset="0"/>
              </a:rPr>
              <a:t>Multimodal interaction</a:t>
            </a:r>
            <a:r>
              <a:rPr kumimoji="0" lang="en-US" altLang="en-US" sz="2200" b="0" i="0" u="none" strike="noStrike" cap="none" normalizeH="0" baseline="0" dirty="0">
                <a:ln>
                  <a:noFill/>
                </a:ln>
                <a:solidFill>
                  <a:schemeClr val="tx1"/>
                </a:solidFill>
                <a:effectLst/>
                <a:latin typeface="Verdana" panose="020B0604030504040204" pitchFamily="34" charset="0"/>
                <a:ea typeface="Verdana" panose="020B0604030504040204" pitchFamily="34" charset="0"/>
              </a:rPr>
              <a:t> combining text, voice input (speech-to-text), and audio responses (text-to-speech) for improved accessibility.</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200" b="1" i="0" u="none" strike="noStrike" cap="none" normalizeH="0" baseline="0" dirty="0">
                <a:ln>
                  <a:noFill/>
                </a:ln>
                <a:solidFill>
                  <a:schemeClr val="tx1"/>
                </a:solidFill>
                <a:effectLst/>
                <a:latin typeface="Verdana" panose="020B0604030504040204" pitchFamily="34" charset="0"/>
                <a:ea typeface="Verdana" panose="020B0604030504040204" pitchFamily="34" charset="0"/>
              </a:rPr>
              <a:t>Multilingual mental health support</a:t>
            </a:r>
            <a:r>
              <a:rPr kumimoji="0" lang="en-US" altLang="en-US" sz="2200" b="0" i="0" u="none" strike="noStrike" cap="none" normalizeH="0" baseline="0" dirty="0">
                <a:ln>
                  <a:noFill/>
                </a:ln>
                <a:solidFill>
                  <a:schemeClr val="tx1"/>
                </a:solidFill>
                <a:effectLst/>
                <a:latin typeface="Verdana" panose="020B0604030504040204" pitchFamily="34" charset="0"/>
                <a:ea typeface="Verdana" panose="020B0604030504040204" pitchFamily="34" charset="0"/>
              </a:rPr>
              <a:t>, enabling students from diverse linguistic backgrounds to access psychological assistance comfortably.</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200" b="1" i="0" u="none" strike="noStrike" cap="none" normalizeH="0" baseline="0" dirty="0">
                <a:ln>
                  <a:noFill/>
                </a:ln>
                <a:solidFill>
                  <a:schemeClr val="tx1"/>
                </a:solidFill>
                <a:effectLst/>
                <a:latin typeface="Verdana" panose="020B0604030504040204" pitchFamily="34" charset="0"/>
                <a:ea typeface="Verdana" panose="020B0604030504040204" pitchFamily="34" charset="0"/>
              </a:rPr>
              <a:t>Confidential and stigma-free digital platform</a:t>
            </a:r>
            <a:r>
              <a:rPr kumimoji="0" lang="en-US" altLang="en-US" sz="2200" b="0" i="0" u="none" strike="noStrike" cap="none" normalizeH="0" baseline="0" dirty="0">
                <a:ln>
                  <a:noFill/>
                </a:ln>
                <a:solidFill>
                  <a:schemeClr val="tx1"/>
                </a:solidFill>
                <a:effectLst/>
                <a:latin typeface="Verdana" panose="020B0604030504040204" pitchFamily="34" charset="0"/>
                <a:ea typeface="Verdana" panose="020B0604030504040204" pitchFamily="34" charset="0"/>
              </a:rPr>
              <a:t> that encourages students to seek help without fear of judgment.</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200" b="1" i="0" u="none" strike="noStrike" cap="none" normalizeH="0" baseline="0" dirty="0">
                <a:ln>
                  <a:noFill/>
                </a:ln>
                <a:solidFill>
                  <a:schemeClr val="tx1"/>
                </a:solidFill>
                <a:effectLst/>
                <a:latin typeface="Verdana" panose="020B0604030504040204" pitchFamily="34" charset="0"/>
                <a:ea typeface="Verdana" panose="020B0604030504040204" pitchFamily="34" charset="0"/>
              </a:rPr>
              <a:t>Scalable and institution-ready architecture</a:t>
            </a:r>
            <a:r>
              <a:rPr kumimoji="0" lang="en-US" altLang="en-US" sz="2200" b="0" i="0" u="none" strike="noStrike" cap="none" normalizeH="0" baseline="0" dirty="0">
                <a:ln>
                  <a:noFill/>
                </a:ln>
                <a:solidFill>
                  <a:schemeClr val="tx1"/>
                </a:solidFill>
                <a:effectLst/>
                <a:latin typeface="Verdana" panose="020B0604030504040204" pitchFamily="34" charset="0"/>
                <a:ea typeface="Verdana" panose="020B0604030504040204" pitchFamily="34" charset="0"/>
              </a:rPr>
              <a:t> that can complement existing counseling services while maintaining data privacy and security.</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200" b="1" i="0" u="none" strike="noStrike" cap="none" normalizeH="0" baseline="0" dirty="0">
                <a:ln>
                  <a:noFill/>
                </a:ln>
                <a:solidFill>
                  <a:schemeClr val="tx1"/>
                </a:solidFill>
                <a:effectLst/>
                <a:latin typeface="Verdana" panose="020B0604030504040204" pitchFamily="34" charset="0"/>
                <a:ea typeface="Verdana" panose="020B0604030504040204" pitchFamily="34" charset="0"/>
              </a:rPr>
              <a:t>Early mental health risk identification</a:t>
            </a:r>
            <a:r>
              <a:rPr kumimoji="0" lang="en-US" altLang="en-US" sz="2200" b="0" i="0" u="none" strike="noStrike" cap="none" normalizeH="0" baseline="0" dirty="0">
                <a:ln>
                  <a:noFill/>
                </a:ln>
                <a:solidFill>
                  <a:schemeClr val="tx1"/>
                </a:solidFill>
                <a:effectLst/>
                <a:latin typeface="Verdana" panose="020B0604030504040204" pitchFamily="34" charset="0"/>
                <a:ea typeface="Verdana" panose="020B0604030504040204" pitchFamily="34" charset="0"/>
              </a:rPr>
              <a:t> through continuous interaction patterns and self-assessment data.</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13"/>
        <p:cNvGrpSpPr/>
        <p:nvPr/>
      </p:nvGrpSpPr>
      <p:grpSpPr>
        <a:xfrm>
          <a:off x="0" y="0"/>
          <a:ext cx="0" cy="0"/>
          <a:chOff x="0" y="0"/>
          <a:chExt cx="0" cy="0"/>
        </a:xfrm>
      </p:grpSpPr>
      <p:sp>
        <p:nvSpPr>
          <p:cNvPr id="1048630" name="Google Shape;114;p17"/>
          <p:cNvSpPr txBox="1">
            <a:spLocks noGrp="1"/>
          </p:cNvSpPr>
          <p:nvPr>
            <p:ph type="title"/>
          </p:nvPr>
        </p:nvSpPr>
        <p:spPr>
          <a:xfrm>
            <a:off x="812800" y="274638"/>
            <a:ext cx="10668000" cy="487500"/>
          </a:xfrm>
          <a:prstGeom prst="rect">
            <a:avLst/>
          </a:prstGeom>
          <a:noFill/>
          <a:ln>
            <a:noFill/>
          </a:ln>
        </p:spPr>
        <p:txBody>
          <a:bodyPr spcFirstLastPara="1" wrap="square" lIns="91425" tIns="45700" rIns="91425" bIns="45700" anchor="ctr" anchorCtr="0">
            <a:noAutofit/>
          </a:bodyPr>
          <a:lstStyle/>
          <a:p>
            <a:pPr marL="152400" lvl="0">
              <a:lnSpc>
                <a:spcPct val="200000"/>
              </a:lnSpc>
            </a:pPr>
            <a:r>
              <a:rPr lang="en-US" dirty="0">
                <a:latin typeface="Cambria" panose="02040503050406030204" pitchFamily="18" charset="0"/>
                <a:ea typeface="Cambria" panose="02040503050406030204" pitchFamily="18" charset="0"/>
              </a:rPr>
              <a:t>Github Link</a:t>
            </a:r>
          </a:p>
        </p:txBody>
      </p:sp>
      <p:sp>
        <p:nvSpPr>
          <p:cNvPr id="1048631" name="Google Shape;115;p17"/>
          <p:cNvSpPr txBox="1">
            <a:spLocks noGrp="1"/>
          </p:cNvSpPr>
          <p:nvPr>
            <p:ph type="body" idx="1"/>
          </p:nvPr>
        </p:nvSpPr>
        <p:spPr>
          <a:xfrm>
            <a:off x="812800" y="1143000"/>
            <a:ext cx="10668000" cy="4953000"/>
          </a:xfrm>
          <a:prstGeom prst="rect">
            <a:avLst/>
          </a:prstGeom>
          <a:noFill/>
          <a:ln>
            <a:noFill/>
          </a:ln>
        </p:spPr>
        <p:txBody>
          <a:bodyPr spcFirstLastPara="1" wrap="square" lIns="91425" tIns="45700" rIns="91425" bIns="45700" anchor="t" anchorCtr="0">
            <a:normAutofit/>
          </a:bodyPr>
          <a:lstStyle/>
          <a:p>
            <a:pPr marL="342900" lvl="0" indent="-190500" algn="just" rtl="0">
              <a:spcBef>
                <a:spcPts val="0"/>
              </a:spcBef>
              <a:spcAft>
                <a:spcPts val="0"/>
              </a:spcAft>
              <a:buClr>
                <a:schemeClr val="dk1"/>
              </a:buClr>
              <a:buSzPct val="100000"/>
              <a:buNone/>
            </a:pPr>
            <a:endParaRPr lang="en-US" dirty="0">
              <a:latin typeface="Cambria" panose="02040503050406030204" pitchFamily="18" charset="0"/>
              <a:ea typeface="Cambria" panose="02040503050406030204" pitchFamily="18" charset="0"/>
            </a:endParaRPr>
          </a:p>
          <a:p>
            <a:pPr marL="342900" lvl="0" indent="-190500" algn="just" rtl="0">
              <a:spcBef>
                <a:spcPts val="0"/>
              </a:spcBef>
              <a:spcAft>
                <a:spcPts val="0"/>
              </a:spcAft>
              <a:buClr>
                <a:schemeClr val="dk1"/>
              </a:buClr>
              <a:buSzPct val="100000"/>
              <a:buNone/>
            </a:pPr>
            <a:endParaRPr lang="en-US" dirty="0">
              <a:latin typeface="Cambria" panose="02040503050406030204" pitchFamily="18" charset="0"/>
              <a:ea typeface="Cambria" panose="02040503050406030204" pitchFamily="18" charset="0"/>
            </a:endParaRPr>
          </a:p>
          <a:p>
            <a:pPr marL="342900" lvl="0" indent="-190500" algn="just" rtl="0">
              <a:lnSpc>
                <a:spcPct val="200000"/>
              </a:lnSpc>
              <a:spcBef>
                <a:spcPts val="0"/>
              </a:spcBef>
              <a:spcAft>
                <a:spcPts val="0"/>
              </a:spcAft>
              <a:buClr>
                <a:schemeClr val="dk1"/>
              </a:buClr>
              <a:buSzPct val="100000"/>
              <a:buNone/>
            </a:pPr>
            <a:endParaRPr lang="en-US" dirty="0">
              <a:latin typeface="Cambria" panose="02040503050406030204" pitchFamily="18" charset="0"/>
              <a:ea typeface="Cambria" panose="02040503050406030204" pitchFamily="18" charset="0"/>
            </a:endParaRPr>
          </a:p>
          <a:p>
            <a:pPr marL="342900" lvl="0" indent="-190500" algn="just" rtl="0">
              <a:lnSpc>
                <a:spcPct val="200000"/>
              </a:lnSpc>
              <a:spcBef>
                <a:spcPts val="0"/>
              </a:spcBef>
              <a:spcAft>
                <a:spcPts val="0"/>
              </a:spcAft>
              <a:buClr>
                <a:schemeClr val="dk1"/>
              </a:buClr>
              <a:buSzPct val="100000"/>
              <a:buNone/>
            </a:pPr>
            <a:endParaRPr lang="en-US" dirty="0">
              <a:latin typeface="Cambria" panose="02040503050406030204" pitchFamily="18" charset="0"/>
              <a:ea typeface="Cambria" panose="02040503050406030204" pitchFamily="18" charset="0"/>
            </a:endParaRPr>
          </a:p>
          <a:p>
            <a:pPr marL="342900" lvl="0" indent="-190500" algn="just" rtl="0">
              <a:lnSpc>
                <a:spcPct val="200000"/>
              </a:lnSpc>
              <a:spcBef>
                <a:spcPts val="0"/>
              </a:spcBef>
              <a:spcAft>
                <a:spcPts val="0"/>
              </a:spcAft>
              <a:buClr>
                <a:schemeClr val="dk1"/>
              </a:buClr>
              <a:buSzPct val="100000"/>
              <a:buNone/>
            </a:pPr>
            <a:endParaRPr dirty="0">
              <a:latin typeface="Cambria" panose="02040503050406030204" pitchFamily="18" charset="0"/>
              <a:ea typeface="Cambria" panose="02040503050406030204" pitchFamily="18" charset="0"/>
            </a:endParaRPr>
          </a:p>
        </p:txBody>
      </p:sp>
      <p:sp>
        <p:nvSpPr>
          <p:cNvPr id="1048632" name="Google Shape;115;p17"/>
          <p:cNvSpPr txBox="1"/>
          <p:nvPr/>
        </p:nvSpPr>
        <p:spPr>
          <a:xfrm>
            <a:off x="965200" y="1295400"/>
            <a:ext cx="10668000" cy="4953000"/>
          </a:xfrm>
          <a:prstGeom prst="rect">
            <a:avLst/>
          </a:prstGeom>
          <a:noFill/>
          <a:ln>
            <a:noFill/>
          </a:ln>
        </p:spPr>
        <p:txBody>
          <a:bodyPr spcFirstLastPara="1" wrap="square" lIns="91425" tIns="45700" rIns="91425" bIns="45700" anchor="t" anchorCtr="0">
            <a:normAutofit/>
          </a:bodyPr>
          <a:lstStyle>
            <a:defPPr marR="0" lvl="0" algn="l" rtl="0">
              <a:lnSpc>
                <a:spcPct val="100000"/>
              </a:lnSpc>
              <a:spcBef>
                <a:spcPts val="0"/>
              </a:spcBef>
              <a:spcAft>
                <a:spcPts val="0"/>
              </a:spcAft>
            </a:defPPr>
            <a:lvl1pPr marL="457200" marR="0" lvl="0" indent="-381000" algn="l" rtl="0">
              <a:lnSpc>
                <a:spcPct val="100000"/>
              </a:lnSpc>
              <a:spcBef>
                <a:spcPts val="480"/>
              </a:spcBef>
              <a:spcAft>
                <a:spcPts val="0"/>
              </a:spcAft>
              <a:buClr>
                <a:schemeClr val="dk1"/>
              </a:buClr>
              <a:buSzPts val="2400"/>
              <a:buFont typeface="Arial"/>
              <a:buChar char="•"/>
              <a:defRPr sz="2400" b="0" i="0" u="none" strike="noStrike" cap="none">
                <a:solidFill>
                  <a:schemeClr val="dk1"/>
                </a:solidFill>
                <a:latin typeface="Verdana"/>
                <a:ea typeface="Verdana"/>
                <a:cs typeface="Verdana"/>
                <a:sym typeface="Verdana"/>
              </a:defRPr>
            </a:lvl1pPr>
            <a:lvl2pPr marL="914400" marR="0" lvl="1"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Verdana"/>
                <a:ea typeface="Verdana"/>
                <a:cs typeface="Verdana"/>
                <a:sym typeface="Verdana"/>
              </a:defRPr>
            </a:lvl2pPr>
            <a:lvl3pPr marL="1371600" marR="0" lvl="2" indent="-342900" algn="l" rtl="0">
              <a:lnSpc>
                <a:spcPct val="100000"/>
              </a:lnSpc>
              <a:spcBef>
                <a:spcPts val="360"/>
              </a:spcBef>
              <a:spcAft>
                <a:spcPts val="0"/>
              </a:spcAft>
              <a:buClr>
                <a:schemeClr val="dk1"/>
              </a:buClr>
              <a:buSzPts val="1800"/>
              <a:buFont typeface="Arial"/>
              <a:buChar char="•"/>
              <a:defRPr sz="1800" b="0" i="0" u="none" strike="noStrike" cap="none">
                <a:solidFill>
                  <a:schemeClr val="dk1"/>
                </a:solidFill>
                <a:latin typeface="Verdana"/>
                <a:ea typeface="Verdana"/>
                <a:cs typeface="Verdana"/>
                <a:sym typeface="Verdana"/>
              </a:defRPr>
            </a:lvl3pPr>
            <a:lvl4pPr marL="1828800" marR="0" lvl="3" indent="-330200" algn="l" rtl="0">
              <a:lnSpc>
                <a:spcPct val="100000"/>
              </a:lnSpc>
              <a:spcBef>
                <a:spcPts val="320"/>
              </a:spcBef>
              <a:spcAft>
                <a:spcPts val="0"/>
              </a:spcAft>
              <a:buClr>
                <a:schemeClr val="dk1"/>
              </a:buClr>
              <a:buSzPts val="1600"/>
              <a:buFont typeface="Arial"/>
              <a:buChar char="–"/>
              <a:defRPr sz="1600" b="0" i="0" u="none" strike="noStrike" cap="none">
                <a:solidFill>
                  <a:schemeClr val="dk1"/>
                </a:solidFill>
                <a:latin typeface="Verdana"/>
                <a:ea typeface="Verdana"/>
                <a:cs typeface="Verdana"/>
                <a:sym typeface="Verdana"/>
              </a:defRPr>
            </a:lvl4pPr>
            <a:lvl5pPr marL="2286000" marR="0" lvl="4" indent="-330200" algn="l" rtl="0">
              <a:lnSpc>
                <a:spcPct val="100000"/>
              </a:lnSpc>
              <a:spcBef>
                <a:spcPts val="320"/>
              </a:spcBef>
              <a:spcAft>
                <a:spcPts val="0"/>
              </a:spcAft>
              <a:buClr>
                <a:schemeClr val="dk1"/>
              </a:buClr>
              <a:buSzPts val="1600"/>
              <a:buFont typeface="Arial"/>
              <a:buChar char="»"/>
              <a:defRPr sz="1600" b="0" i="0" u="none" strike="noStrike" cap="none">
                <a:solidFill>
                  <a:schemeClr val="dk1"/>
                </a:solidFill>
                <a:latin typeface="Verdana"/>
                <a:ea typeface="Verdana"/>
                <a:cs typeface="Verdana"/>
                <a:sym typeface="Verdana"/>
              </a:defRPr>
            </a:lvl5pPr>
            <a:lvl6pPr marL="2743200" marR="0" lvl="5" indent="-342900" algn="l" rtl="0">
              <a:lnSpc>
                <a:spcPct val="100000"/>
              </a:lnSpc>
              <a:spcBef>
                <a:spcPts val="360"/>
              </a:spcBef>
              <a:spcAft>
                <a:spcPts val="0"/>
              </a:spcAft>
              <a:buClr>
                <a:schemeClr val="dk1"/>
              </a:buClr>
              <a:buSzPts val="1800"/>
              <a:buFont typeface="Arial"/>
              <a:buChar char="•"/>
              <a:defRPr sz="2000" b="0" i="0" u="none" strike="noStrike" cap="none">
                <a:solidFill>
                  <a:schemeClr val="dk1"/>
                </a:solidFill>
                <a:latin typeface="Bookman Old Style"/>
                <a:ea typeface="Bookman Old Style"/>
                <a:cs typeface="Bookman Old Style"/>
                <a:sym typeface="Bookman Old Style"/>
              </a:defRPr>
            </a:lvl6pPr>
            <a:lvl7pPr marL="3200400" marR="0" lvl="6" indent="-342900" algn="l" rtl="0">
              <a:lnSpc>
                <a:spcPct val="100000"/>
              </a:lnSpc>
              <a:spcBef>
                <a:spcPts val="360"/>
              </a:spcBef>
              <a:spcAft>
                <a:spcPts val="0"/>
              </a:spcAft>
              <a:buClr>
                <a:schemeClr val="dk1"/>
              </a:buClr>
              <a:buSzPts val="1800"/>
              <a:buFont typeface="Arial"/>
              <a:buChar char="•"/>
              <a:defRPr sz="2000" b="0" i="0" u="none" strike="noStrike" cap="none">
                <a:solidFill>
                  <a:schemeClr val="dk1"/>
                </a:solidFill>
                <a:latin typeface="Bookman Old Style"/>
                <a:ea typeface="Bookman Old Style"/>
                <a:cs typeface="Bookman Old Style"/>
                <a:sym typeface="Bookman Old Style"/>
              </a:defRPr>
            </a:lvl7pPr>
            <a:lvl8pPr marL="3657600" marR="0" lvl="7" indent="-342900" algn="l" rtl="0">
              <a:lnSpc>
                <a:spcPct val="100000"/>
              </a:lnSpc>
              <a:spcBef>
                <a:spcPts val="360"/>
              </a:spcBef>
              <a:spcAft>
                <a:spcPts val="0"/>
              </a:spcAft>
              <a:buClr>
                <a:schemeClr val="dk1"/>
              </a:buClr>
              <a:buSzPts val="1800"/>
              <a:buFont typeface="Arial"/>
              <a:buChar char="•"/>
              <a:defRPr sz="2000" b="0" i="0" u="none" strike="noStrike" cap="none">
                <a:solidFill>
                  <a:schemeClr val="dk1"/>
                </a:solidFill>
                <a:latin typeface="Bookman Old Style"/>
                <a:ea typeface="Bookman Old Style"/>
                <a:cs typeface="Bookman Old Style"/>
                <a:sym typeface="Bookman Old Style"/>
              </a:defRPr>
            </a:lvl8pPr>
            <a:lvl9pPr marL="4114800" marR="0" lvl="8" indent="-342900" algn="l" rtl="0">
              <a:lnSpc>
                <a:spcPct val="100000"/>
              </a:lnSpc>
              <a:spcBef>
                <a:spcPts val="360"/>
              </a:spcBef>
              <a:spcAft>
                <a:spcPts val="0"/>
              </a:spcAft>
              <a:buClr>
                <a:schemeClr val="dk1"/>
              </a:buClr>
              <a:buSzPts val="1800"/>
              <a:buFont typeface="Arial"/>
              <a:buChar char="•"/>
              <a:defRPr sz="2000" b="0" i="0" u="none" strike="noStrike" cap="none">
                <a:solidFill>
                  <a:schemeClr val="dk1"/>
                </a:solidFill>
                <a:latin typeface="Bookman Old Style"/>
                <a:ea typeface="Bookman Old Style"/>
                <a:cs typeface="Bookman Old Style"/>
                <a:sym typeface="Bookman Old Style"/>
              </a:defRPr>
            </a:lvl9pPr>
          </a:lstStyle>
          <a:p>
            <a:pPr marL="342900" indent="-190500" algn="just">
              <a:spcBef>
                <a:spcPts val="0"/>
              </a:spcBef>
              <a:buSzPct val="100000"/>
              <a:buFont typeface="Arial"/>
              <a:buNone/>
            </a:pPr>
            <a:endParaRPr lang="en-US" dirty="0">
              <a:latin typeface="Cambria" panose="02040503050406030204" pitchFamily="18" charset="0"/>
              <a:ea typeface="Cambria" panose="02040503050406030204" pitchFamily="18" charset="0"/>
            </a:endParaRPr>
          </a:p>
          <a:p>
            <a:pPr marL="342900" indent="-190500" algn="just">
              <a:spcBef>
                <a:spcPts val="0"/>
              </a:spcBef>
              <a:buSzPct val="100000"/>
              <a:buFont typeface="Arial"/>
              <a:buNone/>
            </a:pPr>
            <a:endParaRPr lang="en-US" dirty="0">
              <a:latin typeface="Cambria" panose="02040503050406030204" pitchFamily="18" charset="0"/>
              <a:ea typeface="Cambria" panose="02040503050406030204" pitchFamily="18" charset="0"/>
            </a:endParaRPr>
          </a:p>
          <a:p>
            <a:pPr marL="342900" indent="-190500" algn="just">
              <a:lnSpc>
                <a:spcPct val="200000"/>
              </a:lnSpc>
              <a:spcBef>
                <a:spcPts val="0"/>
              </a:spcBef>
              <a:buSzPct val="100000"/>
              <a:buFont typeface="Arial"/>
              <a:buNone/>
            </a:pPr>
            <a:endParaRPr lang="en-US" dirty="0">
              <a:latin typeface="Cambria" panose="02040503050406030204" pitchFamily="18" charset="0"/>
              <a:ea typeface="Cambria" panose="02040503050406030204" pitchFamily="18" charset="0"/>
            </a:endParaRPr>
          </a:p>
          <a:p>
            <a:pPr marL="342900" indent="-190500" algn="just">
              <a:lnSpc>
                <a:spcPct val="200000"/>
              </a:lnSpc>
              <a:spcBef>
                <a:spcPts val="0"/>
              </a:spcBef>
              <a:buSzPct val="100000"/>
              <a:buFont typeface="Arial"/>
              <a:buNone/>
            </a:pPr>
            <a:endParaRPr lang="en-US" dirty="0">
              <a:latin typeface="Cambria" panose="02040503050406030204" pitchFamily="18" charset="0"/>
              <a:ea typeface="Cambria" panose="02040503050406030204" pitchFamily="18" charset="0"/>
            </a:endParaRPr>
          </a:p>
          <a:p>
            <a:pPr marL="342900" indent="-190500" algn="just">
              <a:lnSpc>
                <a:spcPct val="200000"/>
              </a:lnSpc>
              <a:spcBef>
                <a:spcPts val="0"/>
              </a:spcBef>
              <a:buSzPct val="100000"/>
              <a:buFont typeface="Arial"/>
              <a:buNone/>
            </a:pPr>
            <a:endParaRPr lang="en-US" dirty="0">
              <a:latin typeface="Cambria" panose="02040503050406030204" pitchFamily="18" charset="0"/>
              <a:ea typeface="Cambria" panose="02040503050406030204" pitchFamily="18" charset="0"/>
            </a:endParaRPr>
          </a:p>
        </p:txBody>
      </p:sp>
      <p:sp>
        <p:nvSpPr>
          <p:cNvPr id="1048633" name="Google Shape;115;p17"/>
          <p:cNvSpPr txBox="1"/>
          <p:nvPr/>
        </p:nvSpPr>
        <p:spPr>
          <a:xfrm>
            <a:off x="1087120" y="996696"/>
            <a:ext cx="10668000" cy="4178300"/>
          </a:xfrm>
          <a:prstGeom prst="rect">
            <a:avLst/>
          </a:prstGeom>
          <a:noFill/>
          <a:ln>
            <a:noFill/>
          </a:ln>
        </p:spPr>
        <p:txBody>
          <a:bodyPr spcFirstLastPara="1" wrap="square" lIns="91425" tIns="45700" rIns="91425" bIns="45700" anchor="t" anchorCtr="0">
            <a:normAutofit/>
          </a:bodyPr>
          <a:lstStyle>
            <a:defPPr marR="0" lvl="0" algn="l" rtl="0">
              <a:lnSpc>
                <a:spcPct val="100000"/>
              </a:lnSpc>
              <a:spcBef>
                <a:spcPts val="0"/>
              </a:spcBef>
              <a:spcAft>
                <a:spcPts val="0"/>
              </a:spcAft>
            </a:defPPr>
            <a:lvl1pPr marL="457200" marR="0" lvl="0" indent="-381000" algn="l" rtl="0">
              <a:lnSpc>
                <a:spcPct val="100000"/>
              </a:lnSpc>
              <a:spcBef>
                <a:spcPts val="480"/>
              </a:spcBef>
              <a:spcAft>
                <a:spcPts val="0"/>
              </a:spcAft>
              <a:buClr>
                <a:schemeClr val="dk1"/>
              </a:buClr>
              <a:buSzPts val="2400"/>
              <a:buFont typeface="Arial"/>
              <a:buChar char="•"/>
              <a:defRPr sz="2400" b="0" i="0" u="none" strike="noStrike" cap="none">
                <a:solidFill>
                  <a:schemeClr val="dk1"/>
                </a:solidFill>
                <a:latin typeface="Verdana"/>
                <a:ea typeface="Verdana"/>
                <a:cs typeface="Verdana"/>
                <a:sym typeface="Verdana"/>
              </a:defRPr>
            </a:lvl1pPr>
            <a:lvl2pPr marL="914400" marR="0" lvl="1"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Verdana"/>
                <a:ea typeface="Verdana"/>
                <a:cs typeface="Verdana"/>
                <a:sym typeface="Verdana"/>
              </a:defRPr>
            </a:lvl2pPr>
            <a:lvl3pPr marL="1371600" marR="0" lvl="2" indent="-342900" algn="l" rtl="0">
              <a:lnSpc>
                <a:spcPct val="100000"/>
              </a:lnSpc>
              <a:spcBef>
                <a:spcPts val="360"/>
              </a:spcBef>
              <a:spcAft>
                <a:spcPts val="0"/>
              </a:spcAft>
              <a:buClr>
                <a:schemeClr val="dk1"/>
              </a:buClr>
              <a:buSzPts val="1800"/>
              <a:buFont typeface="Arial"/>
              <a:buChar char="•"/>
              <a:defRPr sz="1800" b="0" i="0" u="none" strike="noStrike" cap="none">
                <a:solidFill>
                  <a:schemeClr val="dk1"/>
                </a:solidFill>
                <a:latin typeface="Verdana"/>
                <a:ea typeface="Verdana"/>
                <a:cs typeface="Verdana"/>
                <a:sym typeface="Verdana"/>
              </a:defRPr>
            </a:lvl3pPr>
            <a:lvl4pPr marL="1828800" marR="0" lvl="3" indent="-330200" algn="l" rtl="0">
              <a:lnSpc>
                <a:spcPct val="100000"/>
              </a:lnSpc>
              <a:spcBef>
                <a:spcPts val="320"/>
              </a:spcBef>
              <a:spcAft>
                <a:spcPts val="0"/>
              </a:spcAft>
              <a:buClr>
                <a:schemeClr val="dk1"/>
              </a:buClr>
              <a:buSzPts val="1600"/>
              <a:buFont typeface="Arial"/>
              <a:buChar char="–"/>
              <a:defRPr sz="1600" b="0" i="0" u="none" strike="noStrike" cap="none">
                <a:solidFill>
                  <a:schemeClr val="dk1"/>
                </a:solidFill>
                <a:latin typeface="Verdana"/>
                <a:ea typeface="Verdana"/>
                <a:cs typeface="Verdana"/>
                <a:sym typeface="Verdana"/>
              </a:defRPr>
            </a:lvl4pPr>
            <a:lvl5pPr marL="2286000" marR="0" lvl="4" indent="-330200" algn="l" rtl="0">
              <a:lnSpc>
                <a:spcPct val="100000"/>
              </a:lnSpc>
              <a:spcBef>
                <a:spcPts val="320"/>
              </a:spcBef>
              <a:spcAft>
                <a:spcPts val="0"/>
              </a:spcAft>
              <a:buClr>
                <a:schemeClr val="dk1"/>
              </a:buClr>
              <a:buSzPts val="1600"/>
              <a:buFont typeface="Arial"/>
              <a:buChar char="»"/>
              <a:defRPr sz="1600" b="0" i="0" u="none" strike="noStrike" cap="none">
                <a:solidFill>
                  <a:schemeClr val="dk1"/>
                </a:solidFill>
                <a:latin typeface="Verdana"/>
                <a:ea typeface="Verdana"/>
                <a:cs typeface="Verdana"/>
                <a:sym typeface="Verdana"/>
              </a:defRPr>
            </a:lvl5pPr>
            <a:lvl6pPr marL="2743200" marR="0" lvl="5" indent="-342900" algn="l" rtl="0">
              <a:lnSpc>
                <a:spcPct val="100000"/>
              </a:lnSpc>
              <a:spcBef>
                <a:spcPts val="360"/>
              </a:spcBef>
              <a:spcAft>
                <a:spcPts val="0"/>
              </a:spcAft>
              <a:buClr>
                <a:schemeClr val="dk1"/>
              </a:buClr>
              <a:buSzPts val="1800"/>
              <a:buFont typeface="Arial"/>
              <a:buChar char="•"/>
              <a:defRPr sz="2000" b="0" i="0" u="none" strike="noStrike" cap="none">
                <a:solidFill>
                  <a:schemeClr val="dk1"/>
                </a:solidFill>
                <a:latin typeface="Bookman Old Style"/>
                <a:ea typeface="Bookman Old Style"/>
                <a:cs typeface="Bookman Old Style"/>
                <a:sym typeface="Bookman Old Style"/>
              </a:defRPr>
            </a:lvl6pPr>
            <a:lvl7pPr marL="3200400" marR="0" lvl="6" indent="-342900" algn="l" rtl="0">
              <a:lnSpc>
                <a:spcPct val="100000"/>
              </a:lnSpc>
              <a:spcBef>
                <a:spcPts val="360"/>
              </a:spcBef>
              <a:spcAft>
                <a:spcPts val="0"/>
              </a:spcAft>
              <a:buClr>
                <a:schemeClr val="dk1"/>
              </a:buClr>
              <a:buSzPts val="1800"/>
              <a:buFont typeface="Arial"/>
              <a:buChar char="•"/>
              <a:defRPr sz="2000" b="0" i="0" u="none" strike="noStrike" cap="none">
                <a:solidFill>
                  <a:schemeClr val="dk1"/>
                </a:solidFill>
                <a:latin typeface="Bookman Old Style"/>
                <a:ea typeface="Bookman Old Style"/>
                <a:cs typeface="Bookman Old Style"/>
                <a:sym typeface="Bookman Old Style"/>
              </a:defRPr>
            </a:lvl7pPr>
            <a:lvl8pPr marL="3657600" marR="0" lvl="7" indent="-342900" algn="l" rtl="0">
              <a:lnSpc>
                <a:spcPct val="100000"/>
              </a:lnSpc>
              <a:spcBef>
                <a:spcPts val="360"/>
              </a:spcBef>
              <a:spcAft>
                <a:spcPts val="0"/>
              </a:spcAft>
              <a:buClr>
                <a:schemeClr val="dk1"/>
              </a:buClr>
              <a:buSzPts val="1800"/>
              <a:buFont typeface="Arial"/>
              <a:buChar char="•"/>
              <a:defRPr sz="2000" b="0" i="0" u="none" strike="noStrike" cap="none">
                <a:solidFill>
                  <a:schemeClr val="dk1"/>
                </a:solidFill>
                <a:latin typeface="Bookman Old Style"/>
                <a:ea typeface="Bookman Old Style"/>
                <a:cs typeface="Bookman Old Style"/>
                <a:sym typeface="Bookman Old Style"/>
              </a:defRPr>
            </a:lvl8pPr>
            <a:lvl9pPr marL="4114800" marR="0" lvl="8" indent="-342900" algn="l" rtl="0">
              <a:lnSpc>
                <a:spcPct val="100000"/>
              </a:lnSpc>
              <a:spcBef>
                <a:spcPts val="360"/>
              </a:spcBef>
              <a:spcAft>
                <a:spcPts val="0"/>
              </a:spcAft>
              <a:buClr>
                <a:schemeClr val="dk1"/>
              </a:buClr>
              <a:buSzPts val="1800"/>
              <a:buFont typeface="Arial"/>
              <a:buChar char="•"/>
              <a:defRPr sz="2000" b="0" i="0" u="none" strike="noStrike" cap="none">
                <a:solidFill>
                  <a:schemeClr val="dk1"/>
                </a:solidFill>
                <a:latin typeface="Bookman Old Style"/>
                <a:ea typeface="Bookman Old Style"/>
                <a:cs typeface="Bookman Old Style"/>
                <a:sym typeface="Bookman Old Style"/>
              </a:defRPr>
            </a:lvl9pPr>
          </a:lstStyle>
          <a:p>
            <a:pPr marL="342900" indent="-190500" algn="just">
              <a:spcBef>
                <a:spcPts val="0"/>
              </a:spcBef>
              <a:buSzPct val="100000"/>
              <a:buNone/>
            </a:pPr>
            <a:r>
              <a:rPr lang="en-US" sz="3200" dirty="0">
                <a:latin typeface="Cambria" panose="02040503050406030204" pitchFamily="18" charset="0"/>
                <a:ea typeface="Cambria" panose="02040503050406030204" pitchFamily="18" charset="0"/>
              </a:rPr>
              <a:t>https://github.com/varunbantia/mental-health-system</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149"/>
        <p:cNvGrpSpPr/>
        <p:nvPr/>
      </p:nvGrpSpPr>
      <p:grpSpPr>
        <a:xfrm>
          <a:off x="0" y="0"/>
          <a:ext cx="0" cy="0"/>
          <a:chOff x="0" y="0"/>
          <a:chExt cx="0" cy="0"/>
        </a:xfrm>
      </p:grpSpPr>
      <p:pic>
        <p:nvPicPr>
          <p:cNvPr id="2097154" name="Picture 4"/>
          <p:cNvPicPr>
            <a:picLocks noChangeAspect="1"/>
          </p:cNvPicPr>
          <p:nvPr/>
        </p:nvPicPr>
        <p:blipFill>
          <a:blip r:embed="rId3"/>
          <a:stretch>
            <a:fillRect/>
          </a:stretch>
        </p:blipFill>
        <p:spPr>
          <a:xfrm>
            <a:off x="4082811" y="1441315"/>
            <a:ext cx="3893305" cy="3935471"/>
          </a:xfrm>
          <a:prstGeom prst="rect">
            <a:avLst/>
          </a:prstGeom>
        </p:spPr>
      </p:pic>
    </p:spTree>
  </p:cSld>
  <p:clrMapOvr>
    <a:masterClrMapping/>
  </p:clrMapOvr>
</p:sld>
</file>

<file path=ppt/theme/theme1.xml><?xml version="1.0" encoding="utf-8"?>
<a:theme xmlns:a="http://schemas.openxmlformats.org/drawingml/2006/main" name="Bioinformatics">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61</TotalTime>
  <Words>1129</Words>
  <Application>Microsoft Office PowerPoint</Application>
  <PresentationFormat>Widescreen</PresentationFormat>
  <Paragraphs>120</Paragraphs>
  <Slides>11</Slides>
  <Notes>8</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11</vt:i4>
      </vt:variant>
    </vt:vector>
  </HeadingPairs>
  <TitlesOfParts>
    <vt:vector size="20" baseType="lpstr">
      <vt:lpstr>Aptos</vt:lpstr>
      <vt:lpstr>Arial</vt:lpstr>
      <vt:lpstr>Cambria</vt:lpstr>
      <vt:lpstr>Courier New</vt:lpstr>
      <vt:lpstr>Segoe WPC</vt:lpstr>
      <vt:lpstr>ui-monospace</vt:lpstr>
      <vt:lpstr>ui-sans-serif</vt:lpstr>
      <vt:lpstr>Verdana</vt:lpstr>
      <vt:lpstr>Bioinformatics</vt:lpstr>
      <vt:lpstr>Development of a Digital Mental Health and Psychological Support System for Students in Higher Education </vt:lpstr>
      <vt:lpstr>Problem Statement</vt:lpstr>
      <vt:lpstr>Objectives</vt:lpstr>
      <vt:lpstr>Source Code Details</vt:lpstr>
      <vt:lpstr>Source Code Details</vt:lpstr>
      <vt:lpstr>Results</vt:lpstr>
      <vt:lpstr>Results</vt:lpstr>
      <vt:lpstr>Results </vt:lpstr>
      <vt:lpstr>Innovation or Novel Contributions</vt:lpstr>
      <vt:lpstr>Github Link</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PROJECT TITLE</dc:title>
  <dc:creator>Admin</dc:creator>
  <cp:lastModifiedBy>Varun Bantia</cp:lastModifiedBy>
  <cp:revision>3</cp:revision>
  <dcterms:created xsi:type="dcterms:W3CDTF">2025-08-12T16:46:22Z</dcterms:created>
  <dcterms:modified xsi:type="dcterms:W3CDTF">2026-04-25T06:46:30Z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1a0a1e6851d74b63a855fc9bb534e9a8</vt:lpwstr>
  </property>
</Properties>
</file>